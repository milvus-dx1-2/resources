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1006" r:id="rId5"/>
    <p:sldId id="1002" r:id="rId6"/>
    <p:sldId id="1014" r:id="rId7"/>
    <p:sldId id="1015" r:id="rId8"/>
    <p:sldId id="1003" r:id="rId9"/>
    <p:sldId id="1011" r:id="rId10"/>
    <p:sldId id="1012" r:id="rId11"/>
    <p:sldId id="1013" r:id="rId12"/>
    <p:sldId id="1004" r:id="rId13"/>
    <p:sldId id="100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IVR_기본구성" id="{5B6781D0-388D-431B-B5DA-CCA1A3BC9291}">
          <p14:sldIdLst>
            <p14:sldId id="1006"/>
          </p14:sldIdLst>
        </p14:section>
        <p14:section name="2. IVR_2_Depth메뉴" id="{A34F3E81-9BF5-46CC-85DB-7A9C170094A7}">
          <p14:sldIdLst>
            <p14:sldId id="1002"/>
            <p14:sldId id="1014"/>
            <p14:sldId id="1015"/>
          </p14:sldIdLst>
        </p14:section>
        <p14:section name="3. 업무 외 시간 콜백, 문자 이용 시" id="{8CE3AA2C-6290-4DD0-8E27-4F16E41CED0B}">
          <p14:sldIdLst>
            <p14:sldId id="1003"/>
            <p14:sldId id="1011"/>
          </p14:sldIdLst>
        </p14:section>
        <p14:section name="4. 점심시간 콜백, 문자 운영 시" id="{B993AAA4-612A-4826-804C-4CC2D5E0F383}">
          <p14:sldIdLst>
            <p14:sldId id="1012"/>
            <p14:sldId id="1013"/>
          </p14:sldIdLst>
        </p14:section>
        <p14:section name="5. ETC. SMS" id="{2893BBFE-ADCD-44CE-B64F-CC564D00137D}">
          <p14:sldIdLst>
            <p14:sldId id="1004"/>
          </p14:sldIdLst>
        </p14:section>
        <p14:section name="6. 큐그룹" id="{33CF579F-6610-4CF6-9E3C-7A0992B9AD1C}">
          <p14:sldIdLst>
            <p14:sldId id="1008"/>
          </p14:sldIdLst>
        </p14:section>
        <p14:section name="7.기타요청사항" id="{5134880F-0FDB-4ED5-A246-9EC4FCCCF05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45AE8A-68A4-45FA-AF71-3F7D78D7FDF9}" v="9" dt="2024-11-08T01:40:16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710" autoAdjust="0"/>
  </p:normalViewPr>
  <p:slideViewPr>
    <p:cSldViewPr snapToGrid="0">
      <p:cViewPr varScale="1">
        <p:scale>
          <a:sx n="101" d="100"/>
          <a:sy n="101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한철" userId="a844bf33-3632-4905-b454-ceb464ec3b61" providerId="ADAL" clId="{5845AE8A-68A4-45FA-AF71-3F7D78D7FDF9}"/>
    <pc:docChg chg="undo custSel modSld modSection">
      <pc:chgData name="정한철" userId="a844bf33-3632-4905-b454-ceb464ec3b61" providerId="ADAL" clId="{5845AE8A-68A4-45FA-AF71-3F7D78D7FDF9}" dt="2024-11-08T01:42:16.017" v="407" actId="20577"/>
      <pc:docMkLst>
        <pc:docMk/>
      </pc:docMkLst>
      <pc:sldChg chg="addSp modSp mod">
        <pc:chgData name="정한철" userId="a844bf33-3632-4905-b454-ceb464ec3b61" providerId="ADAL" clId="{5845AE8A-68A4-45FA-AF71-3F7D78D7FDF9}" dt="2024-11-08T01:39:59.527" v="319" actId="20577"/>
        <pc:sldMkLst>
          <pc:docMk/>
          <pc:sldMk cId="245054834" sldId="1002"/>
        </pc:sldMkLst>
        <pc:spChg chg="mod">
          <ac:chgData name="정한철" userId="a844bf33-3632-4905-b454-ceb464ec3b61" providerId="ADAL" clId="{5845AE8A-68A4-45FA-AF71-3F7D78D7FDF9}" dt="2024-11-08T01:39:59.527" v="319" actId="20577"/>
          <ac:spMkLst>
            <pc:docMk/>
            <pc:sldMk cId="245054834" sldId="1002"/>
            <ac:spMk id="2" creationId="{E86C244F-B856-AF72-2D7E-21496C04C894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3" creationId="{51C4CC05-1836-9201-BFC4-8B67D387FA2D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5" creationId="{2A4A2B6B-D5E8-DF87-DBA3-8E20645DDC9F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1" creationId="{39DC63D1-998E-7C22-DE7B-CE99397D71EB}"/>
          </ac:spMkLst>
        </pc:spChg>
        <pc:spChg chg="mod">
          <ac:chgData name="정한철" userId="a844bf33-3632-4905-b454-ceb464ec3b61" providerId="ADAL" clId="{5845AE8A-68A4-45FA-AF71-3F7D78D7FDF9}" dt="2024-11-08T01:27:37.141" v="55" actId="1035"/>
          <ac:spMkLst>
            <pc:docMk/>
            <pc:sldMk cId="245054834" sldId="1002"/>
            <ac:spMk id="15" creationId="{C8F24B7A-755B-1691-928A-654B89799FFA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6" creationId="{1740D780-50B2-2A70-A4C6-4DAF8DEF4E95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7" creationId="{3DEB63E2-7839-D36C-720D-DC1C3D0BF406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8" creationId="{38B770C8-A6BB-A773-A00F-CDA6F46A2B25}"/>
          </ac:spMkLst>
        </pc:spChg>
        <pc:spChg chg="mod">
          <ac:chgData name="정한철" userId="a844bf33-3632-4905-b454-ceb464ec3b61" providerId="ADAL" clId="{5845AE8A-68A4-45FA-AF71-3F7D78D7FDF9}" dt="2024-11-08T01:27:27.223" v="53" actId="14100"/>
          <ac:spMkLst>
            <pc:docMk/>
            <pc:sldMk cId="245054834" sldId="1002"/>
            <ac:spMk id="19" creationId="{759662E3-14D1-47AF-0D9D-67FC1AA7D0C0}"/>
          </ac:spMkLst>
        </pc:spChg>
        <pc:spChg chg="mod">
          <ac:chgData name="정한철" userId="a844bf33-3632-4905-b454-ceb464ec3b61" providerId="ADAL" clId="{5845AE8A-68A4-45FA-AF71-3F7D78D7FDF9}" dt="2024-11-08T01:27:16.987" v="51" actId="20577"/>
          <ac:spMkLst>
            <pc:docMk/>
            <pc:sldMk cId="245054834" sldId="1002"/>
            <ac:spMk id="23" creationId="{E16CA8FA-2492-2DB5-3EDC-6D8B3419B567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24" creationId="{2B01DC76-BE1A-8448-0A2D-D7528922FE93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26" creationId="{BD1E8D96-DD85-F558-0425-33F21D5C42DE}"/>
          </ac:spMkLst>
        </pc:spChg>
        <pc:spChg chg="mod">
          <ac:chgData name="정한철" userId="a844bf33-3632-4905-b454-ceb464ec3b61" providerId="ADAL" clId="{5845AE8A-68A4-45FA-AF71-3F7D78D7FDF9}" dt="2024-11-08T01:28:13.475" v="57" actId="404"/>
          <ac:spMkLst>
            <pc:docMk/>
            <pc:sldMk cId="245054834" sldId="1002"/>
            <ac:spMk id="28" creationId="{ADD8648C-81B3-8504-6789-E99A26EB5A6F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29" creationId="{DB3E80AF-2E7B-E96A-93DB-0433F7273B4A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30" creationId="{60A88C2D-7D7C-EDC3-8173-38D307164263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31" creationId="{07F88E92-D538-9A73-FE37-E30AEDD6ED95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35" creationId="{43E899C6-0941-78D1-D12F-E621196B33DD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37" creationId="{A8EC7140-5E24-E284-0683-3DCD9C8ADE15}"/>
          </ac:spMkLst>
        </pc:spChg>
        <pc:spChg chg="mod">
          <ac:chgData name="정한철" userId="a844bf33-3632-4905-b454-ceb464ec3b61" providerId="ADAL" clId="{5845AE8A-68A4-45FA-AF71-3F7D78D7FDF9}" dt="2024-11-08T01:28:13.475" v="57" actId="404"/>
          <ac:spMkLst>
            <pc:docMk/>
            <pc:sldMk cId="245054834" sldId="1002"/>
            <ac:spMk id="38" creationId="{791D6D4F-9CE0-DA08-BF29-7276708892E3}"/>
          </ac:spMkLst>
        </pc:spChg>
        <pc:spChg chg="add mod">
          <ac:chgData name="정한철" userId="a844bf33-3632-4905-b454-ceb464ec3b61" providerId="ADAL" clId="{5845AE8A-68A4-45FA-AF71-3F7D78D7FDF9}" dt="2024-11-08T01:33:51.075" v="213"/>
          <ac:spMkLst>
            <pc:docMk/>
            <pc:sldMk cId="245054834" sldId="1002"/>
            <ac:spMk id="41" creationId="{7BE488BF-EDEE-7108-4B74-AEB241E0D2FA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59" creationId="{A4D18F2D-279B-1A03-80A4-A76E56DBE662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71" creationId="{EBAF43D0-B97F-59EC-14D8-F9107A757D42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80" creationId="{A6985B48-762D-F3B7-6B19-DDAC78CF083C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81" creationId="{803FB118-DB9E-FFBE-0BD0-F38F62E32FDE}"/>
          </ac:spMkLst>
        </pc:spChg>
        <pc:spChg chg="mod">
          <ac:chgData name="정한철" userId="a844bf33-3632-4905-b454-ceb464ec3b61" providerId="ADAL" clId="{5845AE8A-68A4-45FA-AF71-3F7D78D7FDF9}" dt="2024-11-08T01:27:27.223" v="53" actId="14100"/>
          <ac:spMkLst>
            <pc:docMk/>
            <pc:sldMk cId="245054834" sldId="1002"/>
            <ac:spMk id="109" creationId="{597BFA0E-2241-3AD2-3214-D87A6622AE83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12" creationId="{FC3ADC47-BBD4-FABF-482E-9E7ABBD953E1}"/>
          </ac:spMkLst>
        </pc:spChg>
        <pc:spChg chg="mod">
          <ac:chgData name="정한철" userId="a844bf33-3632-4905-b454-ceb464ec3b61" providerId="ADAL" clId="{5845AE8A-68A4-45FA-AF71-3F7D78D7FDF9}" dt="2024-11-08T01:27:18.877" v="52" actId="20577"/>
          <ac:spMkLst>
            <pc:docMk/>
            <pc:sldMk cId="245054834" sldId="1002"/>
            <ac:spMk id="122" creationId="{397DCE6E-222D-7857-6B44-84DA9FC714DA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28" creationId="{A81780E5-ED0F-CBFB-F9CD-EA6C9FEE2439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29" creationId="{5EC23676-F4F2-00EC-C6CA-C593208ED1B8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45" creationId="{AD8D416B-7D83-14F8-876F-AD4BC31D5D2F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49" creationId="{246C9C5E-B342-6F30-CD1C-FC9324BCA7EA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60" creationId="{E2018958-F90B-6CCA-0616-EE323440550A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66" creationId="{B5B8B66A-E287-89D5-689B-E97C156DF9F8}"/>
          </ac:spMkLst>
        </pc:spChg>
        <pc:spChg chg="mod">
          <ac:chgData name="정한철" userId="a844bf33-3632-4905-b454-ceb464ec3b61" providerId="ADAL" clId="{5845AE8A-68A4-45FA-AF71-3F7D78D7FDF9}" dt="2024-11-08T01:28:47.003" v="58" actId="20577"/>
          <ac:spMkLst>
            <pc:docMk/>
            <pc:sldMk cId="245054834" sldId="1002"/>
            <ac:spMk id="170" creationId="{530503B5-0BF5-E955-7B40-783BEA640BE1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71" creationId="{B30C3F63-C5B6-0209-001C-58C7C7DC5AF4}"/>
          </ac:spMkLst>
        </pc:spChg>
        <pc:spChg chg="mod">
          <ac:chgData name="정한철" userId="a844bf33-3632-4905-b454-ceb464ec3b61" providerId="ADAL" clId="{5845AE8A-68A4-45FA-AF71-3F7D78D7FDF9}" dt="2024-11-08T01:26:55.251" v="45" actId="403"/>
          <ac:spMkLst>
            <pc:docMk/>
            <pc:sldMk cId="245054834" sldId="1002"/>
            <ac:spMk id="172" creationId="{13FF1649-DBDB-7AC8-A1F2-E5DCD624AA9B}"/>
          </ac:spMkLst>
        </pc:spChg>
        <pc:cxnChg chg="mod">
          <ac:chgData name="정한철" userId="a844bf33-3632-4905-b454-ceb464ec3b61" providerId="ADAL" clId="{5845AE8A-68A4-45FA-AF71-3F7D78D7FDF9}" dt="2024-11-08T01:27:37.141" v="55" actId="1035"/>
          <ac:cxnSpMkLst>
            <pc:docMk/>
            <pc:sldMk cId="245054834" sldId="1002"/>
            <ac:cxnSpMk id="12" creationId="{3BD02DC9-5925-B995-18C0-56CFCF16DA92}"/>
          </ac:cxnSpMkLst>
        </pc:cxnChg>
        <pc:cxnChg chg="mod">
          <ac:chgData name="정한철" userId="a844bf33-3632-4905-b454-ceb464ec3b61" providerId="ADAL" clId="{5845AE8A-68A4-45FA-AF71-3F7D78D7FDF9}" dt="2024-11-08T01:27:10.842" v="48" actId="14100"/>
          <ac:cxnSpMkLst>
            <pc:docMk/>
            <pc:sldMk cId="245054834" sldId="1002"/>
            <ac:cxnSpMk id="13" creationId="{C0AD5EEB-3EF1-E9D4-248F-38C33DAB7D64}"/>
          </ac:cxnSpMkLst>
        </pc:cxnChg>
        <pc:cxnChg chg="mod">
          <ac:chgData name="정한철" userId="a844bf33-3632-4905-b454-ceb464ec3b61" providerId="ADAL" clId="{5845AE8A-68A4-45FA-AF71-3F7D78D7FDF9}" dt="2024-11-08T01:27:37.141" v="55" actId="1035"/>
          <ac:cxnSpMkLst>
            <pc:docMk/>
            <pc:sldMk cId="245054834" sldId="1002"/>
            <ac:cxnSpMk id="20" creationId="{A6AC559E-CE43-5BB2-094D-1F66729B24FB}"/>
          </ac:cxnSpMkLst>
        </pc:cxnChg>
        <pc:cxnChg chg="mod">
          <ac:chgData name="정한철" userId="a844bf33-3632-4905-b454-ceb464ec3b61" providerId="ADAL" clId="{5845AE8A-68A4-45FA-AF71-3F7D78D7FDF9}" dt="2024-11-08T01:26:55.251" v="45" actId="403"/>
          <ac:cxnSpMkLst>
            <pc:docMk/>
            <pc:sldMk cId="245054834" sldId="1002"/>
            <ac:cxnSpMk id="25" creationId="{21B23D25-3A05-D1AD-2A65-3B48366628C6}"/>
          </ac:cxnSpMkLst>
        </pc:cxnChg>
        <pc:cxnChg chg="mod">
          <ac:chgData name="정한철" userId="a844bf33-3632-4905-b454-ceb464ec3b61" providerId="ADAL" clId="{5845AE8A-68A4-45FA-AF71-3F7D78D7FDF9}" dt="2024-11-08T01:26:55.251" v="45" actId="403"/>
          <ac:cxnSpMkLst>
            <pc:docMk/>
            <pc:sldMk cId="245054834" sldId="1002"/>
            <ac:cxnSpMk id="74" creationId="{01AB3056-DECC-569A-C577-69DAB0BF7247}"/>
          </ac:cxnSpMkLst>
        </pc:cxnChg>
        <pc:cxnChg chg="mod">
          <ac:chgData name="정한철" userId="a844bf33-3632-4905-b454-ceb464ec3b61" providerId="ADAL" clId="{5845AE8A-68A4-45FA-AF71-3F7D78D7FDF9}" dt="2024-11-08T01:26:55.251" v="45" actId="403"/>
          <ac:cxnSpMkLst>
            <pc:docMk/>
            <pc:sldMk cId="245054834" sldId="1002"/>
            <ac:cxnSpMk id="75" creationId="{CCCD6AF0-2D45-B7EB-1807-CDC2CC69A483}"/>
          </ac:cxnSpMkLst>
        </pc:cxnChg>
        <pc:cxnChg chg="mod">
          <ac:chgData name="정한철" userId="a844bf33-3632-4905-b454-ceb464ec3b61" providerId="ADAL" clId="{5845AE8A-68A4-45FA-AF71-3F7D78D7FDF9}" dt="2024-11-08T01:26:55.251" v="45" actId="403"/>
          <ac:cxnSpMkLst>
            <pc:docMk/>
            <pc:sldMk cId="245054834" sldId="1002"/>
            <ac:cxnSpMk id="76" creationId="{58DF6404-8A0F-4E5A-10E8-D09FFFFD4CE8}"/>
          </ac:cxnSpMkLst>
        </pc:cxnChg>
        <pc:cxnChg chg="mod">
          <ac:chgData name="정한철" userId="a844bf33-3632-4905-b454-ceb464ec3b61" providerId="ADAL" clId="{5845AE8A-68A4-45FA-AF71-3F7D78D7FDF9}" dt="2024-11-08T01:27:10.842" v="48" actId="14100"/>
          <ac:cxnSpMkLst>
            <pc:docMk/>
            <pc:sldMk cId="245054834" sldId="1002"/>
            <ac:cxnSpMk id="93" creationId="{1A3E81EC-8293-1C5B-F8F6-9CC32B657C65}"/>
          </ac:cxnSpMkLst>
        </pc:cxnChg>
        <pc:cxnChg chg="mod">
          <ac:chgData name="정한철" userId="a844bf33-3632-4905-b454-ceb464ec3b61" providerId="ADAL" clId="{5845AE8A-68A4-45FA-AF71-3F7D78D7FDF9}" dt="2024-11-08T01:27:10.842" v="48" actId="14100"/>
          <ac:cxnSpMkLst>
            <pc:docMk/>
            <pc:sldMk cId="245054834" sldId="1002"/>
            <ac:cxnSpMk id="123" creationId="{733814B7-716B-84F1-2532-5FD568A084A9}"/>
          </ac:cxnSpMkLst>
        </pc:cxnChg>
        <pc:cxnChg chg="mod">
          <ac:chgData name="정한철" userId="a844bf33-3632-4905-b454-ceb464ec3b61" providerId="ADAL" clId="{5845AE8A-68A4-45FA-AF71-3F7D78D7FDF9}" dt="2024-11-08T01:27:10.842" v="48" actId="14100"/>
          <ac:cxnSpMkLst>
            <pc:docMk/>
            <pc:sldMk cId="245054834" sldId="1002"/>
            <ac:cxnSpMk id="130" creationId="{712FF107-C2A9-4C85-F35C-1283049BB948}"/>
          </ac:cxnSpMkLst>
        </pc:cxnChg>
        <pc:cxnChg chg="mod">
          <ac:chgData name="정한철" userId="a844bf33-3632-4905-b454-ceb464ec3b61" providerId="ADAL" clId="{5845AE8A-68A4-45FA-AF71-3F7D78D7FDF9}" dt="2024-11-08T01:27:10.842" v="48" actId="14100"/>
          <ac:cxnSpMkLst>
            <pc:docMk/>
            <pc:sldMk cId="245054834" sldId="1002"/>
            <ac:cxnSpMk id="133" creationId="{29095F4E-6396-7BCD-AFD5-06B36293A716}"/>
          </ac:cxnSpMkLst>
        </pc:cxnChg>
      </pc:sldChg>
      <pc:sldChg chg="modSp mod">
        <pc:chgData name="정한철" userId="a844bf33-3632-4905-b454-ceb464ec3b61" providerId="ADAL" clId="{5845AE8A-68A4-45FA-AF71-3F7D78D7FDF9}" dt="2024-11-08T01:35:30.150" v="261" actId="20577"/>
        <pc:sldMkLst>
          <pc:docMk/>
          <pc:sldMk cId="3746231099" sldId="1003"/>
        </pc:sldMkLst>
        <pc:spChg chg="mod">
          <ac:chgData name="정한철" userId="a844bf33-3632-4905-b454-ceb464ec3b61" providerId="ADAL" clId="{5845AE8A-68A4-45FA-AF71-3F7D78D7FDF9}" dt="2024-11-08T01:35:30.150" v="261" actId="20577"/>
          <ac:spMkLst>
            <pc:docMk/>
            <pc:sldMk cId="3746231099" sldId="1003"/>
            <ac:spMk id="2" creationId="{E86C244F-B856-AF72-2D7E-21496C04C894}"/>
          </ac:spMkLst>
        </pc:spChg>
        <pc:spChg chg="mod">
          <ac:chgData name="정한철" userId="a844bf33-3632-4905-b454-ceb464ec3b61" providerId="ADAL" clId="{5845AE8A-68A4-45FA-AF71-3F7D78D7FDF9}" dt="2024-11-08T01:34:47.830" v="224" actId="6549"/>
          <ac:spMkLst>
            <pc:docMk/>
            <pc:sldMk cId="3746231099" sldId="1003"/>
            <ac:spMk id="5" creationId="{2A4A2B6B-D5E8-DF87-DBA3-8E20645DDC9F}"/>
          </ac:spMkLst>
        </pc:spChg>
        <pc:spChg chg="mod">
          <ac:chgData name="정한철" userId="a844bf33-3632-4905-b454-ceb464ec3b61" providerId="ADAL" clId="{5845AE8A-68A4-45FA-AF71-3F7D78D7FDF9}" dt="2024-11-08T01:34:17.416" v="216" actId="403"/>
          <ac:spMkLst>
            <pc:docMk/>
            <pc:sldMk cId="3746231099" sldId="1003"/>
            <ac:spMk id="7" creationId="{7A0D2DCE-39FE-A7C0-4808-3935C5E88E9F}"/>
          </ac:spMkLst>
        </pc:spChg>
        <pc:spChg chg="mod">
          <ac:chgData name="정한철" userId="a844bf33-3632-4905-b454-ceb464ec3b61" providerId="ADAL" clId="{5845AE8A-68A4-45FA-AF71-3F7D78D7FDF9}" dt="2024-11-08T01:34:17.416" v="216" actId="403"/>
          <ac:spMkLst>
            <pc:docMk/>
            <pc:sldMk cId="3746231099" sldId="1003"/>
            <ac:spMk id="10" creationId="{09D1CC0D-9C7C-AA4F-89DB-B85AD7C177BA}"/>
          </ac:spMkLst>
        </pc:spChg>
        <pc:spChg chg="mod">
          <ac:chgData name="정한철" userId="a844bf33-3632-4905-b454-ceb464ec3b61" providerId="ADAL" clId="{5845AE8A-68A4-45FA-AF71-3F7D78D7FDF9}" dt="2024-11-08T01:34:17.416" v="216" actId="403"/>
          <ac:spMkLst>
            <pc:docMk/>
            <pc:sldMk cId="3746231099" sldId="1003"/>
            <ac:spMk id="11" creationId="{FE76096C-9D5E-ECA0-F3F9-B183DA921D5E}"/>
          </ac:spMkLst>
        </pc:spChg>
        <pc:spChg chg="mod">
          <ac:chgData name="정한철" userId="a844bf33-3632-4905-b454-ceb464ec3b61" providerId="ADAL" clId="{5845AE8A-68A4-45FA-AF71-3F7D78D7FDF9}" dt="2024-11-08T01:34:17.416" v="216" actId="403"/>
          <ac:spMkLst>
            <pc:docMk/>
            <pc:sldMk cId="3746231099" sldId="1003"/>
            <ac:spMk id="12" creationId="{D5DF90B2-9235-638F-C22E-6B432791BB75}"/>
          </ac:spMkLst>
        </pc:spChg>
        <pc:spChg chg="mod">
          <ac:chgData name="정한철" userId="a844bf33-3632-4905-b454-ceb464ec3b61" providerId="ADAL" clId="{5845AE8A-68A4-45FA-AF71-3F7D78D7FDF9}" dt="2024-11-08T01:34:17.416" v="216" actId="403"/>
          <ac:spMkLst>
            <pc:docMk/>
            <pc:sldMk cId="3746231099" sldId="1003"/>
            <ac:spMk id="13" creationId="{D8D6F778-2B64-B8C0-33B6-73B0BB002DCE}"/>
          </ac:spMkLst>
        </pc:spChg>
        <pc:graphicFrameChg chg="modGraphic">
          <ac:chgData name="정한철" userId="a844bf33-3632-4905-b454-ceb464ec3b61" providerId="ADAL" clId="{5845AE8A-68A4-45FA-AF71-3F7D78D7FDF9}" dt="2024-11-08T01:31:53.159" v="172" actId="20577"/>
          <ac:graphicFrameMkLst>
            <pc:docMk/>
            <pc:sldMk cId="3746231099" sldId="1003"/>
            <ac:graphicFrameMk id="14" creationId="{BA3FAAAF-4AC8-ACED-AB91-853603B0DB4D}"/>
          </ac:graphicFrameMkLst>
        </pc:graphicFrameChg>
        <pc:cxnChg chg="mod">
          <ac:chgData name="정한철" userId="a844bf33-3632-4905-b454-ceb464ec3b61" providerId="ADAL" clId="{5845AE8A-68A4-45FA-AF71-3F7D78D7FDF9}" dt="2024-11-08T01:34:17.416" v="216" actId="403"/>
          <ac:cxnSpMkLst>
            <pc:docMk/>
            <pc:sldMk cId="3746231099" sldId="1003"/>
            <ac:cxnSpMk id="16" creationId="{F577F083-0160-49E7-3A2F-566B92E9C2D9}"/>
          </ac:cxnSpMkLst>
        </pc:cxnChg>
        <pc:cxnChg chg="mod">
          <ac:chgData name="정한철" userId="a844bf33-3632-4905-b454-ceb464ec3b61" providerId="ADAL" clId="{5845AE8A-68A4-45FA-AF71-3F7D78D7FDF9}" dt="2024-11-08T01:34:17.416" v="216" actId="403"/>
          <ac:cxnSpMkLst>
            <pc:docMk/>
            <pc:sldMk cId="3746231099" sldId="1003"/>
            <ac:cxnSpMk id="18" creationId="{DCF1B6D2-4AD5-A4DD-685A-BDD8CDCD1EB1}"/>
          </ac:cxnSpMkLst>
        </pc:cxnChg>
        <pc:cxnChg chg="mod">
          <ac:chgData name="정한철" userId="a844bf33-3632-4905-b454-ceb464ec3b61" providerId="ADAL" clId="{5845AE8A-68A4-45FA-AF71-3F7D78D7FDF9}" dt="2024-11-08T01:34:17.416" v="216" actId="403"/>
          <ac:cxnSpMkLst>
            <pc:docMk/>
            <pc:sldMk cId="3746231099" sldId="1003"/>
            <ac:cxnSpMk id="19" creationId="{0399D2AC-1A59-0DCC-59FF-7251ED8AB3C3}"/>
          </ac:cxnSpMkLst>
        </pc:cxnChg>
        <pc:cxnChg chg="mod">
          <ac:chgData name="정한철" userId="a844bf33-3632-4905-b454-ceb464ec3b61" providerId="ADAL" clId="{5845AE8A-68A4-45FA-AF71-3F7D78D7FDF9}" dt="2024-11-08T01:34:17.416" v="216" actId="403"/>
          <ac:cxnSpMkLst>
            <pc:docMk/>
            <pc:sldMk cId="3746231099" sldId="1003"/>
            <ac:cxnSpMk id="21" creationId="{2A301B42-2913-D646-7FCD-082F90C4B0BD}"/>
          </ac:cxnSpMkLst>
        </pc:cxnChg>
        <pc:cxnChg chg="mod">
          <ac:chgData name="정한철" userId="a844bf33-3632-4905-b454-ceb464ec3b61" providerId="ADAL" clId="{5845AE8A-68A4-45FA-AF71-3F7D78D7FDF9}" dt="2024-11-08T01:34:17.416" v="216" actId="403"/>
          <ac:cxnSpMkLst>
            <pc:docMk/>
            <pc:sldMk cId="3746231099" sldId="1003"/>
            <ac:cxnSpMk id="22" creationId="{5205B2E8-E105-6402-0DF5-923736CC95CE}"/>
          </ac:cxnSpMkLst>
        </pc:cxnChg>
        <pc:cxnChg chg="mod">
          <ac:chgData name="정한철" userId="a844bf33-3632-4905-b454-ceb464ec3b61" providerId="ADAL" clId="{5845AE8A-68A4-45FA-AF71-3F7D78D7FDF9}" dt="2024-11-08T01:34:47.830" v="224" actId="6549"/>
          <ac:cxnSpMkLst>
            <pc:docMk/>
            <pc:sldMk cId="3746231099" sldId="1003"/>
            <ac:cxnSpMk id="28" creationId="{FB266478-19A7-0B6F-0126-F847A35C71CB}"/>
          </ac:cxnSpMkLst>
        </pc:cxnChg>
        <pc:cxnChg chg="mod">
          <ac:chgData name="정한철" userId="a844bf33-3632-4905-b454-ceb464ec3b61" providerId="ADAL" clId="{5845AE8A-68A4-45FA-AF71-3F7D78D7FDF9}" dt="2024-11-08T01:34:47.830" v="224" actId="6549"/>
          <ac:cxnSpMkLst>
            <pc:docMk/>
            <pc:sldMk cId="3746231099" sldId="1003"/>
            <ac:cxnSpMk id="34" creationId="{4F9914B7-2B21-A5C6-1F77-F8268B21DEFC}"/>
          </ac:cxnSpMkLst>
        </pc:cxnChg>
      </pc:sldChg>
      <pc:sldChg chg="modSp mod">
        <pc:chgData name="정한철" userId="a844bf33-3632-4905-b454-ceb464ec3b61" providerId="ADAL" clId="{5845AE8A-68A4-45FA-AF71-3F7D78D7FDF9}" dt="2024-11-08T01:42:16.017" v="407" actId="20577"/>
        <pc:sldMkLst>
          <pc:docMk/>
          <pc:sldMk cId="3387068042" sldId="1006"/>
        </pc:sldMkLst>
        <pc:spChg chg="mod">
          <ac:chgData name="정한철" userId="a844bf33-3632-4905-b454-ceb464ec3b61" providerId="ADAL" clId="{5845AE8A-68A4-45FA-AF71-3F7D78D7FDF9}" dt="2024-11-08T01:25:01.352" v="0" actId="403"/>
          <ac:spMkLst>
            <pc:docMk/>
            <pc:sldMk cId="3387068042" sldId="1006"/>
            <ac:spMk id="5" creationId="{68CFE794-4EF9-50EF-8A6D-9EB5C4260EA3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6" creationId="{D4A9E7C2-9232-8521-30A5-3D3D4575312C}"/>
          </ac:spMkLst>
        </pc:spChg>
        <pc:spChg chg="mod">
          <ac:chgData name="정한철" userId="a844bf33-3632-4905-b454-ceb464ec3b61" providerId="ADAL" clId="{5845AE8A-68A4-45FA-AF71-3F7D78D7FDF9}" dt="2024-11-08T01:25:01.352" v="0" actId="403"/>
          <ac:spMkLst>
            <pc:docMk/>
            <pc:sldMk cId="3387068042" sldId="1006"/>
            <ac:spMk id="7" creationId="{C2A7066B-4B65-2108-99D5-5111D6440B22}"/>
          </ac:spMkLst>
        </pc:spChg>
        <pc:spChg chg="mod">
          <ac:chgData name="정한철" userId="a844bf33-3632-4905-b454-ceb464ec3b61" providerId="ADAL" clId="{5845AE8A-68A4-45FA-AF71-3F7D78D7FDF9}" dt="2024-11-08T01:40:23.427" v="339" actId="20577"/>
          <ac:spMkLst>
            <pc:docMk/>
            <pc:sldMk cId="3387068042" sldId="1006"/>
            <ac:spMk id="9" creationId="{AE25E29E-ECF3-593C-87CD-3600875A2C6C}"/>
          </ac:spMkLst>
        </pc:spChg>
        <pc:spChg chg="mod">
          <ac:chgData name="정한철" userId="a844bf33-3632-4905-b454-ceb464ec3b61" providerId="ADAL" clId="{5845AE8A-68A4-45FA-AF71-3F7D78D7FDF9}" dt="2024-11-08T01:42:16.017" v="407" actId="20577"/>
          <ac:spMkLst>
            <pc:docMk/>
            <pc:sldMk cId="3387068042" sldId="1006"/>
            <ac:spMk id="10" creationId="{5A6DBE38-77FC-6AFB-29BE-BE6821ED9133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3" creationId="{9D090626-21EB-EAFA-F2B1-7E75E2E427D0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4" creationId="{79488AA1-5A2C-03AC-6F4A-8F61C353DE1D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7" creationId="{BCF40709-8301-1504-057E-76D99AF4F32E}"/>
          </ac:spMkLst>
        </pc:spChg>
        <pc:spChg chg="mod">
          <ac:chgData name="정한철" userId="a844bf33-3632-4905-b454-ceb464ec3b61" providerId="ADAL" clId="{5845AE8A-68A4-45FA-AF71-3F7D78D7FDF9}" dt="2024-11-08T01:40:31.370" v="353" actId="14100"/>
          <ac:spMkLst>
            <pc:docMk/>
            <pc:sldMk cId="3387068042" sldId="1006"/>
            <ac:spMk id="20" creationId="{975F5F44-4217-5867-0017-DE8EB1A4AEE7}"/>
          </ac:spMkLst>
        </pc:spChg>
        <pc:spChg chg="mod">
          <ac:chgData name="정한철" userId="a844bf33-3632-4905-b454-ceb464ec3b61" providerId="ADAL" clId="{5845AE8A-68A4-45FA-AF71-3F7D78D7FDF9}" dt="2024-11-08T01:25:24.661" v="2" actId="14100"/>
          <ac:spMkLst>
            <pc:docMk/>
            <pc:sldMk cId="3387068042" sldId="1006"/>
            <ac:spMk id="21" creationId="{891F37AF-CA17-C1B9-AD3B-A33121453586}"/>
          </ac:spMkLst>
        </pc:spChg>
        <pc:spChg chg="mod">
          <ac:chgData name="정한철" userId="a844bf33-3632-4905-b454-ceb464ec3b61" providerId="ADAL" clId="{5845AE8A-68A4-45FA-AF71-3F7D78D7FDF9}" dt="2024-11-08T01:41:40.539" v="388" actId="20577"/>
          <ac:spMkLst>
            <pc:docMk/>
            <pc:sldMk cId="3387068042" sldId="1006"/>
            <ac:spMk id="22" creationId="{7387CC4B-5952-0226-27A0-0E33781D42E3}"/>
          </ac:spMkLst>
        </pc:spChg>
        <pc:spChg chg="mod">
          <ac:chgData name="정한철" userId="a844bf33-3632-4905-b454-ceb464ec3b61" providerId="ADAL" clId="{5845AE8A-68A4-45FA-AF71-3F7D78D7FDF9}" dt="2024-11-08T01:41:14.732" v="367" actId="1036"/>
          <ac:spMkLst>
            <pc:docMk/>
            <pc:sldMk cId="3387068042" sldId="1006"/>
            <ac:spMk id="24" creationId="{FD498A0C-B153-F294-6644-8ED6DB52C7BF}"/>
          </ac:spMkLst>
        </pc:spChg>
        <pc:spChg chg="mod">
          <ac:chgData name="정한철" userId="a844bf33-3632-4905-b454-ceb464ec3b61" providerId="ADAL" clId="{5845AE8A-68A4-45FA-AF71-3F7D78D7FDF9}" dt="2024-11-08T01:41:14.732" v="367" actId="1036"/>
          <ac:spMkLst>
            <pc:docMk/>
            <pc:sldMk cId="3387068042" sldId="1006"/>
            <ac:spMk id="25" creationId="{6A3090EA-EFD2-4F35-E815-2EDCE4E11CB1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30" creationId="{1C751ECA-BE1B-44AD-D503-65ED236DEDAC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32" creationId="{2BA34B23-A239-4FF7-59C8-6B6B7B14B8C0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35" creationId="{5621FF5F-A1AF-35F4-B479-AE376C95A27F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37" creationId="{E63585EA-389E-44EC-AF9B-6B6F6C2B9EFA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39" creationId="{90A9099D-4946-D65F-E5A9-3C700D408F08}"/>
          </ac:spMkLst>
        </pc:spChg>
        <pc:spChg chg="mod">
          <ac:chgData name="정한철" userId="a844bf33-3632-4905-b454-ceb464ec3b61" providerId="ADAL" clId="{5845AE8A-68A4-45FA-AF71-3F7D78D7FDF9}" dt="2024-11-08T01:41:14.732" v="367" actId="1036"/>
          <ac:spMkLst>
            <pc:docMk/>
            <pc:sldMk cId="3387068042" sldId="1006"/>
            <ac:spMk id="45" creationId="{2CE405D4-54A6-EBFE-722E-D7494D766118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47" creationId="{EC5F1F3B-72A7-2EAC-08AE-F57F60B7BBA3}"/>
          </ac:spMkLst>
        </pc:spChg>
        <pc:spChg chg="mod">
          <ac:chgData name="정한철" userId="a844bf33-3632-4905-b454-ceb464ec3b61" providerId="ADAL" clId="{5845AE8A-68A4-45FA-AF71-3F7D78D7FDF9}" dt="2024-11-08T01:42:08.795" v="406" actId="20577"/>
          <ac:spMkLst>
            <pc:docMk/>
            <pc:sldMk cId="3387068042" sldId="1006"/>
            <ac:spMk id="50" creationId="{9830CC01-3869-3173-A198-0FD0E813FC21}"/>
          </ac:spMkLst>
        </pc:spChg>
        <pc:spChg chg="mod">
          <ac:chgData name="정한철" userId="a844bf33-3632-4905-b454-ceb464ec3b61" providerId="ADAL" clId="{5845AE8A-68A4-45FA-AF71-3F7D78D7FDF9}" dt="2024-11-08T01:25:35.221" v="3" actId="14100"/>
          <ac:spMkLst>
            <pc:docMk/>
            <pc:sldMk cId="3387068042" sldId="1006"/>
            <ac:spMk id="53" creationId="{E5773944-C289-95D5-21E2-C08D8175C76F}"/>
          </ac:spMkLst>
        </pc:spChg>
        <pc:spChg chg="mod">
          <ac:chgData name="정한철" userId="a844bf33-3632-4905-b454-ceb464ec3b61" providerId="ADAL" clId="{5845AE8A-68A4-45FA-AF71-3F7D78D7FDF9}" dt="2024-11-08T01:42:01.616" v="400" actId="20577"/>
          <ac:spMkLst>
            <pc:docMk/>
            <pc:sldMk cId="3387068042" sldId="1006"/>
            <ac:spMk id="54" creationId="{EC02005F-07C9-4CAC-BF8B-97ED6BC8ADEC}"/>
          </ac:spMkLst>
        </pc:spChg>
        <pc:spChg chg="mod">
          <ac:chgData name="정한철" userId="a844bf33-3632-4905-b454-ceb464ec3b61" providerId="ADAL" clId="{5845AE8A-68A4-45FA-AF71-3F7D78D7FDF9}" dt="2024-11-08T01:25:55.120" v="4" actId="403"/>
          <ac:spMkLst>
            <pc:docMk/>
            <pc:sldMk cId="3387068042" sldId="1006"/>
            <ac:spMk id="75" creationId="{0EB6DA9F-EE62-6C66-CB0D-790A679D4E3A}"/>
          </ac:spMkLst>
        </pc:spChg>
        <pc:spChg chg="mod">
          <ac:chgData name="정한철" userId="a844bf33-3632-4905-b454-ceb464ec3b61" providerId="ADAL" clId="{5845AE8A-68A4-45FA-AF71-3F7D78D7FDF9}" dt="2024-11-08T01:40:54.122" v="355" actId="14100"/>
          <ac:spMkLst>
            <pc:docMk/>
            <pc:sldMk cId="3387068042" sldId="1006"/>
            <ac:spMk id="93" creationId="{36457862-DB81-2177-43DC-34DE54084C1F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22" creationId="{FB36869A-2883-AC3F-B38B-184E69817CED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27" creationId="{A76D350E-F2D4-8B70-4D0A-B8FE307B4491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34" creationId="{423A39B1-3C6B-5787-F2E5-B59D326044CF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35" creationId="{0E94A1CB-A9E6-5357-4D2E-E8FCFC83E1CB}"/>
          </ac:spMkLst>
        </pc:spChg>
        <pc:spChg chg="mod">
          <ac:chgData name="정한철" userId="a844bf33-3632-4905-b454-ceb464ec3b61" providerId="ADAL" clId="{5845AE8A-68A4-45FA-AF71-3F7D78D7FDF9}" dt="2024-11-08T01:41:08.550" v="363" actId="1036"/>
          <ac:spMkLst>
            <pc:docMk/>
            <pc:sldMk cId="3387068042" sldId="1006"/>
            <ac:spMk id="152" creationId="{D9E15E00-1E11-E11D-FB2F-7EAD299DD080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61" creationId="{4959F0CF-86A0-ECEE-9F65-236E5BACDE3A}"/>
          </ac:spMkLst>
        </pc:spChg>
        <pc:spChg chg="mod">
          <ac:chgData name="정한철" userId="a844bf33-3632-4905-b454-ceb464ec3b61" providerId="ADAL" clId="{5845AE8A-68A4-45FA-AF71-3F7D78D7FDF9}" dt="2024-11-08T01:25:01.352" v="0" actId="403"/>
          <ac:spMkLst>
            <pc:docMk/>
            <pc:sldMk cId="3387068042" sldId="1006"/>
            <ac:spMk id="177" creationId="{CEB803E7-8B26-D583-6F54-D7311E2D655E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179" creationId="{86DA5770-C7C1-17CC-6E19-08B21B1D8C61}"/>
          </ac:spMkLst>
        </pc:spChg>
        <pc:spChg chg="mod">
          <ac:chgData name="정한철" userId="a844bf33-3632-4905-b454-ceb464ec3b61" providerId="ADAL" clId="{5845AE8A-68A4-45FA-AF71-3F7D78D7FDF9}" dt="2024-11-08T01:41:08.550" v="363" actId="1036"/>
          <ac:spMkLst>
            <pc:docMk/>
            <pc:sldMk cId="3387068042" sldId="1006"/>
            <ac:spMk id="453" creationId="{98E13281-1F69-D304-72C8-B9043ACE1A1D}"/>
          </ac:spMkLst>
        </pc:spChg>
        <pc:spChg chg="mod">
          <ac:chgData name="정한철" userId="a844bf33-3632-4905-b454-ceb464ec3b61" providerId="ADAL" clId="{5845AE8A-68A4-45FA-AF71-3F7D78D7FDF9}" dt="2024-11-08T01:25:01.352" v="0" actId="403"/>
          <ac:spMkLst>
            <pc:docMk/>
            <pc:sldMk cId="3387068042" sldId="1006"/>
            <ac:spMk id="455" creationId="{D2C3106E-CBC8-B846-B3E3-DD161EDA7586}"/>
          </ac:spMkLst>
        </pc:spChg>
        <pc:spChg chg="mod">
          <ac:chgData name="정한철" userId="a844bf33-3632-4905-b454-ceb464ec3b61" providerId="ADAL" clId="{5845AE8A-68A4-45FA-AF71-3F7D78D7FDF9}" dt="2024-11-08T01:25:18.328" v="1" actId="403"/>
          <ac:spMkLst>
            <pc:docMk/>
            <pc:sldMk cId="3387068042" sldId="1006"/>
            <ac:spMk id="456" creationId="{74B48472-B6F2-6997-F20E-B686CECFBF69}"/>
          </ac:spMkLst>
        </pc:spChg>
        <pc:spChg chg="mod">
          <ac:chgData name="정한철" userId="a844bf33-3632-4905-b454-ceb464ec3b61" providerId="ADAL" clId="{5845AE8A-68A4-45FA-AF71-3F7D78D7FDF9}" dt="2024-11-08T01:41:14.732" v="367" actId="1036"/>
          <ac:spMkLst>
            <pc:docMk/>
            <pc:sldMk cId="3387068042" sldId="1006"/>
            <ac:spMk id="462" creationId="{9EE8D1AA-FBDF-69D8-E9A0-0120238D4BA8}"/>
          </ac:spMkLst>
        </pc:spChg>
        <pc:graphicFrameChg chg="mod modGraphic">
          <ac:chgData name="정한철" userId="a844bf33-3632-4905-b454-ceb464ec3b61" providerId="ADAL" clId="{5845AE8A-68A4-45FA-AF71-3F7D78D7FDF9}" dt="2024-11-08T01:32:43.821" v="188" actId="20577"/>
          <ac:graphicFrameMkLst>
            <pc:docMk/>
            <pc:sldMk cId="3387068042" sldId="1006"/>
            <ac:graphicFrameMk id="2" creationId="{C76F8C2E-D6DB-DD02-588A-BB7B8D0BD0FA}"/>
          </ac:graphicFrameMkLst>
        </pc:graphicFrameChg>
      </pc:sldChg>
      <pc:sldChg chg="modSp mod">
        <pc:chgData name="정한철" userId="a844bf33-3632-4905-b454-ceb464ec3b61" providerId="ADAL" clId="{5845AE8A-68A4-45FA-AF71-3F7D78D7FDF9}" dt="2024-11-08T01:38:10.945" v="293" actId="20577"/>
        <pc:sldMkLst>
          <pc:docMk/>
          <pc:sldMk cId="1609309912" sldId="1011"/>
        </pc:sldMkLst>
        <pc:spChg chg="mod">
          <ac:chgData name="정한철" userId="a844bf33-3632-4905-b454-ceb464ec3b61" providerId="ADAL" clId="{5845AE8A-68A4-45FA-AF71-3F7D78D7FDF9}" dt="2024-11-08T01:35:21.448" v="259" actId="20577"/>
          <ac:spMkLst>
            <pc:docMk/>
            <pc:sldMk cId="1609309912" sldId="1011"/>
            <ac:spMk id="2" creationId="{E86C244F-B856-AF72-2D7E-21496C04C894}"/>
          </ac:spMkLst>
        </pc:spChg>
        <pc:spChg chg="mod">
          <ac:chgData name="정한철" userId="a844bf33-3632-4905-b454-ceb464ec3b61" providerId="ADAL" clId="{5845AE8A-68A4-45FA-AF71-3F7D78D7FDF9}" dt="2024-11-08T01:35:45.983" v="267" actId="20577"/>
          <ac:spMkLst>
            <pc:docMk/>
            <pc:sldMk cId="1609309912" sldId="1011"/>
            <ac:spMk id="5" creationId="{2A4A2B6B-D5E8-DF87-DBA3-8E20645DDC9F}"/>
          </ac:spMkLst>
        </pc:spChg>
        <pc:spChg chg="mod">
          <ac:chgData name="정한철" userId="a844bf33-3632-4905-b454-ceb464ec3b61" providerId="ADAL" clId="{5845AE8A-68A4-45FA-AF71-3F7D78D7FDF9}" dt="2024-11-08T01:35:04.575" v="225" actId="403"/>
          <ac:spMkLst>
            <pc:docMk/>
            <pc:sldMk cId="1609309912" sldId="1011"/>
            <ac:spMk id="7" creationId="{7A0D2DCE-39FE-A7C0-4808-3935C5E88E9F}"/>
          </ac:spMkLst>
        </pc:spChg>
        <pc:spChg chg="mod">
          <ac:chgData name="정한철" userId="a844bf33-3632-4905-b454-ceb464ec3b61" providerId="ADAL" clId="{5845AE8A-68A4-45FA-AF71-3F7D78D7FDF9}" dt="2024-11-08T01:35:04.575" v="225" actId="403"/>
          <ac:spMkLst>
            <pc:docMk/>
            <pc:sldMk cId="1609309912" sldId="1011"/>
            <ac:spMk id="10" creationId="{09D1CC0D-9C7C-AA4F-89DB-B85AD7C177BA}"/>
          </ac:spMkLst>
        </pc:spChg>
        <pc:spChg chg="mod">
          <ac:chgData name="정한철" userId="a844bf33-3632-4905-b454-ceb464ec3b61" providerId="ADAL" clId="{5845AE8A-68A4-45FA-AF71-3F7D78D7FDF9}" dt="2024-11-08T01:35:04.575" v="225" actId="403"/>
          <ac:spMkLst>
            <pc:docMk/>
            <pc:sldMk cId="1609309912" sldId="1011"/>
            <ac:spMk id="11" creationId="{FE76096C-9D5E-ECA0-F3F9-B183DA921D5E}"/>
          </ac:spMkLst>
        </pc:spChg>
        <pc:spChg chg="mod">
          <ac:chgData name="정한철" userId="a844bf33-3632-4905-b454-ceb464ec3b61" providerId="ADAL" clId="{5845AE8A-68A4-45FA-AF71-3F7D78D7FDF9}" dt="2024-11-08T01:35:04.575" v="225" actId="403"/>
          <ac:spMkLst>
            <pc:docMk/>
            <pc:sldMk cId="1609309912" sldId="1011"/>
            <ac:spMk id="12" creationId="{D5DF90B2-9235-638F-C22E-6B432791BB75}"/>
          </ac:spMkLst>
        </pc:spChg>
        <pc:spChg chg="mod">
          <ac:chgData name="정한철" userId="a844bf33-3632-4905-b454-ceb464ec3b61" providerId="ADAL" clId="{5845AE8A-68A4-45FA-AF71-3F7D78D7FDF9}" dt="2024-11-08T01:35:04.575" v="225" actId="403"/>
          <ac:spMkLst>
            <pc:docMk/>
            <pc:sldMk cId="1609309912" sldId="1011"/>
            <ac:spMk id="13" creationId="{D8D6F778-2B64-B8C0-33B6-73B0BB002DCE}"/>
          </ac:spMkLst>
        </pc:spChg>
        <pc:graphicFrameChg chg="modGraphic">
          <ac:chgData name="정한철" userId="a844bf33-3632-4905-b454-ceb464ec3b61" providerId="ADAL" clId="{5845AE8A-68A4-45FA-AF71-3F7D78D7FDF9}" dt="2024-11-08T01:38:10.945" v="293" actId="20577"/>
          <ac:graphicFrameMkLst>
            <pc:docMk/>
            <pc:sldMk cId="1609309912" sldId="1011"/>
            <ac:graphicFrameMk id="14" creationId="{BA3FAAAF-4AC8-ACED-AB91-853603B0DB4D}"/>
          </ac:graphicFrameMkLst>
        </pc:graphicFrameChg>
        <pc:cxnChg chg="mod">
          <ac:chgData name="정한철" userId="a844bf33-3632-4905-b454-ceb464ec3b61" providerId="ADAL" clId="{5845AE8A-68A4-45FA-AF71-3F7D78D7FDF9}" dt="2024-11-08T01:35:04.575" v="225" actId="403"/>
          <ac:cxnSpMkLst>
            <pc:docMk/>
            <pc:sldMk cId="1609309912" sldId="1011"/>
            <ac:cxnSpMk id="16" creationId="{F577F083-0160-49E7-3A2F-566B92E9C2D9}"/>
          </ac:cxnSpMkLst>
        </pc:cxnChg>
        <pc:cxnChg chg="mod">
          <ac:chgData name="정한철" userId="a844bf33-3632-4905-b454-ceb464ec3b61" providerId="ADAL" clId="{5845AE8A-68A4-45FA-AF71-3F7D78D7FDF9}" dt="2024-11-08T01:35:04.575" v="225" actId="403"/>
          <ac:cxnSpMkLst>
            <pc:docMk/>
            <pc:sldMk cId="1609309912" sldId="1011"/>
            <ac:cxnSpMk id="18" creationId="{DCF1B6D2-4AD5-A4DD-685A-BDD8CDCD1EB1}"/>
          </ac:cxnSpMkLst>
        </pc:cxnChg>
        <pc:cxnChg chg="mod">
          <ac:chgData name="정한철" userId="a844bf33-3632-4905-b454-ceb464ec3b61" providerId="ADAL" clId="{5845AE8A-68A4-45FA-AF71-3F7D78D7FDF9}" dt="2024-11-08T01:35:04.575" v="225" actId="403"/>
          <ac:cxnSpMkLst>
            <pc:docMk/>
            <pc:sldMk cId="1609309912" sldId="1011"/>
            <ac:cxnSpMk id="19" creationId="{0399D2AC-1A59-0DCC-59FF-7251ED8AB3C3}"/>
          </ac:cxnSpMkLst>
        </pc:cxnChg>
        <pc:cxnChg chg="mod">
          <ac:chgData name="정한철" userId="a844bf33-3632-4905-b454-ceb464ec3b61" providerId="ADAL" clId="{5845AE8A-68A4-45FA-AF71-3F7D78D7FDF9}" dt="2024-11-08T01:35:04.575" v="225" actId="403"/>
          <ac:cxnSpMkLst>
            <pc:docMk/>
            <pc:sldMk cId="1609309912" sldId="1011"/>
            <ac:cxnSpMk id="21" creationId="{2A301B42-2913-D646-7FCD-082F90C4B0BD}"/>
          </ac:cxnSpMkLst>
        </pc:cxnChg>
        <pc:cxnChg chg="mod">
          <ac:chgData name="정한철" userId="a844bf33-3632-4905-b454-ceb464ec3b61" providerId="ADAL" clId="{5845AE8A-68A4-45FA-AF71-3F7D78D7FDF9}" dt="2024-11-08T01:35:04.575" v="225" actId="403"/>
          <ac:cxnSpMkLst>
            <pc:docMk/>
            <pc:sldMk cId="1609309912" sldId="1011"/>
            <ac:cxnSpMk id="22" creationId="{5205B2E8-E105-6402-0DF5-923736CC95CE}"/>
          </ac:cxnSpMkLst>
        </pc:cxnChg>
        <pc:cxnChg chg="mod">
          <ac:chgData name="정한철" userId="a844bf33-3632-4905-b454-ceb464ec3b61" providerId="ADAL" clId="{5845AE8A-68A4-45FA-AF71-3F7D78D7FDF9}" dt="2024-11-08T01:35:45.145" v="265" actId="6549"/>
          <ac:cxnSpMkLst>
            <pc:docMk/>
            <pc:sldMk cId="1609309912" sldId="1011"/>
            <ac:cxnSpMk id="28" creationId="{FB266478-19A7-0B6F-0126-F847A35C71CB}"/>
          </ac:cxnSpMkLst>
        </pc:cxnChg>
        <pc:cxnChg chg="mod">
          <ac:chgData name="정한철" userId="a844bf33-3632-4905-b454-ceb464ec3b61" providerId="ADAL" clId="{5845AE8A-68A4-45FA-AF71-3F7D78D7FDF9}" dt="2024-11-08T01:35:45.145" v="265" actId="6549"/>
          <ac:cxnSpMkLst>
            <pc:docMk/>
            <pc:sldMk cId="1609309912" sldId="1011"/>
            <ac:cxnSpMk id="34" creationId="{4F9914B7-2B21-A5C6-1F77-F8268B21DEFC}"/>
          </ac:cxnSpMkLst>
        </pc:cxnChg>
      </pc:sldChg>
      <pc:sldChg chg="modSp mod">
        <pc:chgData name="정한철" userId="a844bf33-3632-4905-b454-ceb464ec3b61" providerId="ADAL" clId="{5845AE8A-68A4-45FA-AF71-3F7D78D7FDF9}" dt="2024-11-08T01:36:22.462" v="289" actId="20577"/>
        <pc:sldMkLst>
          <pc:docMk/>
          <pc:sldMk cId="1101507621" sldId="1012"/>
        </pc:sldMkLst>
        <pc:spChg chg="mod">
          <ac:chgData name="정한철" userId="a844bf33-3632-4905-b454-ceb464ec3b61" providerId="ADAL" clId="{5845AE8A-68A4-45FA-AF71-3F7D78D7FDF9}" dt="2024-11-08T01:36:07.626" v="268" actId="403"/>
          <ac:spMkLst>
            <pc:docMk/>
            <pc:sldMk cId="1101507621" sldId="1012"/>
            <ac:spMk id="2" creationId="{E86C244F-B856-AF72-2D7E-21496C04C894}"/>
          </ac:spMkLst>
        </pc:spChg>
        <pc:spChg chg="mod">
          <ac:chgData name="정한철" userId="a844bf33-3632-4905-b454-ceb464ec3b61" providerId="ADAL" clId="{5845AE8A-68A4-45FA-AF71-3F7D78D7FDF9}" dt="2024-11-08T01:36:14.105" v="276" actId="20577"/>
          <ac:spMkLst>
            <pc:docMk/>
            <pc:sldMk cId="1101507621" sldId="1012"/>
            <ac:spMk id="5" creationId="{2A4A2B6B-D5E8-DF87-DBA3-8E20645DDC9F}"/>
          </ac:spMkLst>
        </pc:spChg>
        <pc:spChg chg="mod">
          <ac:chgData name="정한철" userId="a844bf33-3632-4905-b454-ceb464ec3b61" providerId="ADAL" clId="{5845AE8A-68A4-45FA-AF71-3F7D78D7FDF9}" dt="2024-11-08T01:36:07.626" v="268" actId="403"/>
          <ac:spMkLst>
            <pc:docMk/>
            <pc:sldMk cId="1101507621" sldId="1012"/>
            <ac:spMk id="7" creationId="{7A0D2DCE-39FE-A7C0-4808-3935C5E88E9F}"/>
          </ac:spMkLst>
        </pc:spChg>
        <pc:spChg chg="mod">
          <ac:chgData name="정한철" userId="a844bf33-3632-4905-b454-ceb464ec3b61" providerId="ADAL" clId="{5845AE8A-68A4-45FA-AF71-3F7D78D7FDF9}" dt="2024-11-08T01:36:07.626" v="268" actId="403"/>
          <ac:spMkLst>
            <pc:docMk/>
            <pc:sldMk cId="1101507621" sldId="1012"/>
            <ac:spMk id="10" creationId="{09D1CC0D-9C7C-AA4F-89DB-B85AD7C177BA}"/>
          </ac:spMkLst>
        </pc:spChg>
        <pc:spChg chg="mod">
          <ac:chgData name="정한철" userId="a844bf33-3632-4905-b454-ceb464ec3b61" providerId="ADAL" clId="{5845AE8A-68A4-45FA-AF71-3F7D78D7FDF9}" dt="2024-11-08T01:36:07.626" v="268" actId="403"/>
          <ac:spMkLst>
            <pc:docMk/>
            <pc:sldMk cId="1101507621" sldId="1012"/>
            <ac:spMk id="11" creationId="{FE76096C-9D5E-ECA0-F3F9-B183DA921D5E}"/>
          </ac:spMkLst>
        </pc:spChg>
        <pc:spChg chg="mod">
          <ac:chgData name="정한철" userId="a844bf33-3632-4905-b454-ceb464ec3b61" providerId="ADAL" clId="{5845AE8A-68A4-45FA-AF71-3F7D78D7FDF9}" dt="2024-11-08T01:36:07.626" v="268" actId="403"/>
          <ac:spMkLst>
            <pc:docMk/>
            <pc:sldMk cId="1101507621" sldId="1012"/>
            <ac:spMk id="12" creationId="{D5DF90B2-9235-638F-C22E-6B432791BB75}"/>
          </ac:spMkLst>
        </pc:spChg>
        <pc:spChg chg="mod">
          <ac:chgData name="정한철" userId="a844bf33-3632-4905-b454-ceb464ec3b61" providerId="ADAL" clId="{5845AE8A-68A4-45FA-AF71-3F7D78D7FDF9}" dt="2024-11-08T01:36:07.626" v="268" actId="403"/>
          <ac:spMkLst>
            <pc:docMk/>
            <pc:sldMk cId="1101507621" sldId="1012"/>
            <ac:spMk id="13" creationId="{D8D6F778-2B64-B8C0-33B6-73B0BB002DCE}"/>
          </ac:spMkLst>
        </pc:spChg>
        <pc:graphicFrameChg chg="modGraphic">
          <ac:chgData name="정한철" userId="a844bf33-3632-4905-b454-ceb464ec3b61" providerId="ADAL" clId="{5845AE8A-68A4-45FA-AF71-3F7D78D7FDF9}" dt="2024-11-08T01:36:22.462" v="289" actId="20577"/>
          <ac:graphicFrameMkLst>
            <pc:docMk/>
            <pc:sldMk cId="1101507621" sldId="1012"/>
            <ac:graphicFrameMk id="14" creationId="{BA3FAAAF-4AC8-ACED-AB91-853603B0DB4D}"/>
          </ac:graphicFrameMkLst>
        </pc:graphicFrameChg>
        <pc:cxnChg chg="mod">
          <ac:chgData name="정한철" userId="a844bf33-3632-4905-b454-ceb464ec3b61" providerId="ADAL" clId="{5845AE8A-68A4-45FA-AF71-3F7D78D7FDF9}" dt="2024-11-08T01:36:07.626" v="268" actId="403"/>
          <ac:cxnSpMkLst>
            <pc:docMk/>
            <pc:sldMk cId="1101507621" sldId="1012"/>
            <ac:cxnSpMk id="16" creationId="{F577F083-0160-49E7-3A2F-566B92E9C2D9}"/>
          </ac:cxnSpMkLst>
        </pc:cxnChg>
        <pc:cxnChg chg="mod">
          <ac:chgData name="정한철" userId="a844bf33-3632-4905-b454-ceb464ec3b61" providerId="ADAL" clId="{5845AE8A-68A4-45FA-AF71-3F7D78D7FDF9}" dt="2024-11-08T01:36:07.626" v="268" actId="403"/>
          <ac:cxnSpMkLst>
            <pc:docMk/>
            <pc:sldMk cId="1101507621" sldId="1012"/>
            <ac:cxnSpMk id="18" creationId="{DCF1B6D2-4AD5-A4DD-685A-BDD8CDCD1EB1}"/>
          </ac:cxnSpMkLst>
        </pc:cxnChg>
        <pc:cxnChg chg="mod">
          <ac:chgData name="정한철" userId="a844bf33-3632-4905-b454-ceb464ec3b61" providerId="ADAL" clId="{5845AE8A-68A4-45FA-AF71-3F7D78D7FDF9}" dt="2024-11-08T01:36:07.626" v="268" actId="403"/>
          <ac:cxnSpMkLst>
            <pc:docMk/>
            <pc:sldMk cId="1101507621" sldId="1012"/>
            <ac:cxnSpMk id="19" creationId="{0399D2AC-1A59-0DCC-59FF-7251ED8AB3C3}"/>
          </ac:cxnSpMkLst>
        </pc:cxnChg>
        <pc:cxnChg chg="mod">
          <ac:chgData name="정한철" userId="a844bf33-3632-4905-b454-ceb464ec3b61" providerId="ADAL" clId="{5845AE8A-68A4-45FA-AF71-3F7D78D7FDF9}" dt="2024-11-08T01:36:07.626" v="268" actId="403"/>
          <ac:cxnSpMkLst>
            <pc:docMk/>
            <pc:sldMk cId="1101507621" sldId="1012"/>
            <ac:cxnSpMk id="21" creationId="{2A301B42-2913-D646-7FCD-082F90C4B0BD}"/>
          </ac:cxnSpMkLst>
        </pc:cxnChg>
        <pc:cxnChg chg="mod">
          <ac:chgData name="정한철" userId="a844bf33-3632-4905-b454-ceb464ec3b61" providerId="ADAL" clId="{5845AE8A-68A4-45FA-AF71-3F7D78D7FDF9}" dt="2024-11-08T01:36:07.626" v="268" actId="403"/>
          <ac:cxnSpMkLst>
            <pc:docMk/>
            <pc:sldMk cId="1101507621" sldId="1012"/>
            <ac:cxnSpMk id="22" creationId="{5205B2E8-E105-6402-0DF5-923736CC95CE}"/>
          </ac:cxnSpMkLst>
        </pc:cxnChg>
        <pc:cxnChg chg="mod">
          <ac:chgData name="정한철" userId="a844bf33-3632-4905-b454-ceb464ec3b61" providerId="ADAL" clId="{5845AE8A-68A4-45FA-AF71-3F7D78D7FDF9}" dt="2024-11-08T01:36:07.626" v="268" actId="403"/>
          <ac:cxnSpMkLst>
            <pc:docMk/>
            <pc:sldMk cId="1101507621" sldId="1012"/>
            <ac:cxnSpMk id="28" creationId="{FB266478-19A7-0B6F-0126-F847A35C71CB}"/>
          </ac:cxnSpMkLst>
        </pc:cxnChg>
        <pc:cxnChg chg="mod">
          <ac:chgData name="정한철" userId="a844bf33-3632-4905-b454-ceb464ec3b61" providerId="ADAL" clId="{5845AE8A-68A4-45FA-AF71-3F7D78D7FDF9}" dt="2024-11-08T01:36:07.626" v="268" actId="403"/>
          <ac:cxnSpMkLst>
            <pc:docMk/>
            <pc:sldMk cId="1101507621" sldId="1012"/>
            <ac:cxnSpMk id="34" creationId="{4F9914B7-2B21-A5C6-1F77-F8268B21DEFC}"/>
          </ac:cxnSpMkLst>
        </pc:cxnChg>
      </pc:sldChg>
      <pc:sldChg chg="modSp mod">
        <pc:chgData name="정한철" userId="a844bf33-3632-4905-b454-ceb464ec3b61" providerId="ADAL" clId="{5845AE8A-68A4-45FA-AF71-3F7D78D7FDF9}" dt="2024-11-08T01:38:21.869" v="305" actId="20577"/>
        <pc:sldMkLst>
          <pc:docMk/>
          <pc:sldMk cId="3097103616" sldId="1013"/>
        </pc:sldMkLst>
        <pc:graphicFrameChg chg="modGraphic">
          <ac:chgData name="정한철" userId="a844bf33-3632-4905-b454-ceb464ec3b61" providerId="ADAL" clId="{5845AE8A-68A4-45FA-AF71-3F7D78D7FDF9}" dt="2024-11-08T01:38:21.869" v="305" actId="20577"/>
          <ac:graphicFrameMkLst>
            <pc:docMk/>
            <pc:sldMk cId="3097103616" sldId="1013"/>
            <ac:graphicFrameMk id="14" creationId="{BA3FAAAF-4AC8-ACED-AB91-853603B0DB4D}"/>
          </ac:graphicFrameMkLst>
        </pc:graphicFrameChg>
      </pc:sldChg>
      <pc:sldChg chg="addSp modSp mod">
        <pc:chgData name="정한철" userId="a844bf33-3632-4905-b454-ceb464ec3b61" providerId="ADAL" clId="{5845AE8A-68A4-45FA-AF71-3F7D78D7FDF9}" dt="2024-11-08T01:39:30.663" v="315"/>
        <pc:sldMkLst>
          <pc:docMk/>
          <pc:sldMk cId="2863796160" sldId="1014"/>
        </pc:sldMkLst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2" creationId="{E86C244F-B856-AF72-2D7E-21496C04C894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3" creationId="{51C4CC05-1836-9201-BFC4-8B67D387FA2D}"/>
          </ac:spMkLst>
        </pc:spChg>
        <pc:spChg chg="add mod">
          <ac:chgData name="정한철" userId="a844bf33-3632-4905-b454-ceb464ec3b61" providerId="ADAL" clId="{5845AE8A-68A4-45FA-AF71-3F7D78D7FDF9}" dt="2024-11-08T01:33:48.841" v="212"/>
          <ac:spMkLst>
            <pc:docMk/>
            <pc:sldMk cId="2863796160" sldId="1014"/>
            <ac:spMk id="4" creationId="{4AABCF1E-E4AB-3F07-E346-6C39A19CE66D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5" creationId="{2A4A2B6B-D5E8-DF87-DBA3-8E20645DDC9F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1" creationId="{39DC63D1-998E-7C22-DE7B-CE99397D71EB}"/>
          </ac:spMkLst>
        </pc:spChg>
        <pc:spChg chg="mod">
          <ac:chgData name="정한철" userId="a844bf33-3632-4905-b454-ceb464ec3b61" providerId="ADAL" clId="{5845AE8A-68A4-45FA-AF71-3F7D78D7FDF9}" dt="2024-11-08T01:33:21.135" v="209" actId="1036"/>
          <ac:spMkLst>
            <pc:docMk/>
            <pc:sldMk cId="2863796160" sldId="1014"/>
            <ac:spMk id="15" creationId="{C8F24B7A-755B-1691-928A-654B89799FFA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6" creationId="{1740D780-50B2-2A70-A4C6-4DAF8DEF4E95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7" creationId="{3DEB63E2-7839-D36C-720D-DC1C3D0BF406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8" creationId="{38B770C8-A6BB-A773-A00F-CDA6F46A2B25}"/>
          </ac:spMkLst>
        </pc:spChg>
        <pc:spChg chg="mod">
          <ac:chgData name="정한철" userId="a844bf33-3632-4905-b454-ceb464ec3b61" providerId="ADAL" clId="{5845AE8A-68A4-45FA-AF71-3F7D78D7FDF9}" dt="2024-11-08T01:29:03.172" v="60" actId="14100"/>
          <ac:spMkLst>
            <pc:docMk/>
            <pc:sldMk cId="2863796160" sldId="1014"/>
            <ac:spMk id="19" creationId="{759662E3-14D1-47AF-0D9D-67FC1AA7D0C0}"/>
          </ac:spMkLst>
        </pc:spChg>
        <pc:spChg chg="mod">
          <ac:chgData name="정한철" userId="a844bf33-3632-4905-b454-ceb464ec3b61" providerId="ADAL" clId="{5845AE8A-68A4-45FA-AF71-3F7D78D7FDF9}" dt="2024-11-08T01:39:30.663" v="315"/>
          <ac:spMkLst>
            <pc:docMk/>
            <pc:sldMk cId="2863796160" sldId="1014"/>
            <ac:spMk id="23" creationId="{E16CA8FA-2492-2DB5-3EDC-6D8B3419B567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24" creationId="{2B01DC76-BE1A-8448-0A2D-D7528922FE93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26" creationId="{BD1E8D96-DD85-F558-0425-33F21D5C42DE}"/>
          </ac:spMkLst>
        </pc:spChg>
        <pc:spChg chg="mod">
          <ac:chgData name="정한철" userId="a844bf33-3632-4905-b454-ceb464ec3b61" providerId="ADAL" clId="{5845AE8A-68A4-45FA-AF71-3F7D78D7FDF9}" dt="2024-11-08T01:29:10.715" v="62" actId="14100"/>
          <ac:spMkLst>
            <pc:docMk/>
            <pc:sldMk cId="2863796160" sldId="1014"/>
            <ac:spMk id="28" creationId="{ADD8648C-81B3-8504-6789-E99A26EB5A6F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29" creationId="{DB3E80AF-2E7B-E96A-93DB-0433F7273B4A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30" creationId="{60A88C2D-7D7C-EDC3-8173-38D307164263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31" creationId="{07F88E92-D538-9A73-FE37-E30AEDD6ED95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35" creationId="{43E899C6-0941-78D1-D12F-E621196B33DD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37" creationId="{A8EC7140-5E24-E284-0683-3DCD9C8ADE15}"/>
          </ac:spMkLst>
        </pc:spChg>
        <pc:spChg chg="mod">
          <ac:chgData name="정한철" userId="a844bf33-3632-4905-b454-ceb464ec3b61" providerId="ADAL" clId="{5845AE8A-68A4-45FA-AF71-3F7D78D7FDF9}" dt="2024-11-08T01:29:10.715" v="62" actId="14100"/>
          <ac:spMkLst>
            <pc:docMk/>
            <pc:sldMk cId="2863796160" sldId="1014"/>
            <ac:spMk id="38" creationId="{791D6D4F-9CE0-DA08-BF29-7276708892E3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59" creationId="{A4D18F2D-279B-1A03-80A4-A76E56DBE662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71" creationId="{EBAF43D0-B97F-59EC-14D8-F9107A757D42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80" creationId="{A6985B48-762D-F3B7-6B19-DDAC78CF083C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81" creationId="{803FB118-DB9E-FFBE-0BD0-F38F62E32FDE}"/>
          </ac:spMkLst>
        </pc:spChg>
        <pc:spChg chg="mod">
          <ac:chgData name="정한철" userId="a844bf33-3632-4905-b454-ceb464ec3b61" providerId="ADAL" clId="{5845AE8A-68A4-45FA-AF71-3F7D78D7FDF9}" dt="2024-11-08T01:33:21.135" v="209" actId="1036"/>
          <ac:spMkLst>
            <pc:docMk/>
            <pc:sldMk cId="2863796160" sldId="1014"/>
            <ac:spMk id="109" creationId="{597BFA0E-2241-3AD2-3214-D87A6622AE83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12" creationId="{FC3ADC47-BBD4-FABF-482E-9E7ABBD953E1}"/>
          </ac:spMkLst>
        </pc:spChg>
        <pc:spChg chg="mod">
          <ac:chgData name="정한철" userId="a844bf33-3632-4905-b454-ceb464ec3b61" providerId="ADAL" clId="{5845AE8A-68A4-45FA-AF71-3F7D78D7FDF9}" dt="2024-11-08T01:39:26.412" v="309" actId="20577"/>
          <ac:spMkLst>
            <pc:docMk/>
            <pc:sldMk cId="2863796160" sldId="1014"/>
            <ac:spMk id="122" creationId="{397DCE6E-222D-7857-6B44-84DA9FC714DA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28" creationId="{A81780E5-ED0F-CBFB-F9CD-EA6C9FEE2439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29" creationId="{5EC23676-F4F2-00EC-C6CA-C593208ED1B8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45" creationId="{AD8D416B-7D83-14F8-876F-AD4BC31D5D2F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49" creationId="{246C9C5E-B342-6F30-CD1C-FC9324BCA7EA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60" creationId="{E2018958-F90B-6CCA-0616-EE323440550A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66" creationId="{B5B8B66A-E287-89D5-689B-E97C156DF9F8}"/>
          </ac:spMkLst>
        </pc:spChg>
        <pc:spChg chg="mod">
          <ac:chgData name="정한철" userId="a844bf33-3632-4905-b454-ceb464ec3b61" providerId="ADAL" clId="{5845AE8A-68A4-45FA-AF71-3F7D78D7FDF9}" dt="2024-11-08T01:33:14.093" v="205" actId="20577"/>
          <ac:spMkLst>
            <pc:docMk/>
            <pc:sldMk cId="2863796160" sldId="1014"/>
            <ac:spMk id="170" creationId="{530503B5-0BF5-E955-7B40-783BEA640BE1}"/>
          </ac:spMkLst>
        </pc:spChg>
        <pc:spChg chg="mod">
          <ac:chgData name="정한철" userId="a844bf33-3632-4905-b454-ceb464ec3b61" providerId="ADAL" clId="{5845AE8A-68A4-45FA-AF71-3F7D78D7FDF9}" dt="2024-11-08T01:29:22.848" v="63" actId="1076"/>
          <ac:spMkLst>
            <pc:docMk/>
            <pc:sldMk cId="2863796160" sldId="1014"/>
            <ac:spMk id="171" creationId="{B30C3F63-C5B6-0209-001C-58C7C7DC5AF4}"/>
          </ac:spMkLst>
        </pc:spChg>
        <pc:spChg chg="mod">
          <ac:chgData name="정한철" userId="a844bf33-3632-4905-b454-ceb464ec3b61" providerId="ADAL" clId="{5845AE8A-68A4-45FA-AF71-3F7D78D7FDF9}" dt="2024-11-08T01:28:57.562" v="59" actId="403"/>
          <ac:spMkLst>
            <pc:docMk/>
            <pc:sldMk cId="2863796160" sldId="1014"/>
            <ac:spMk id="172" creationId="{13FF1649-DBDB-7AC8-A1F2-E5DCD624AA9B}"/>
          </ac:spMkLst>
        </pc:spChg>
        <pc:cxnChg chg="mod">
          <ac:chgData name="정한철" userId="a844bf33-3632-4905-b454-ceb464ec3b61" providerId="ADAL" clId="{5845AE8A-68A4-45FA-AF71-3F7D78D7FDF9}" dt="2024-11-08T01:39:24.560" v="308" actId="14100"/>
          <ac:cxnSpMkLst>
            <pc:docMk/>
            <pc:sldMk cId="2863796160" sldId="1014"/>
            <ac:cxnSpMk id="12" creationId="{3BD02DC9-5925-B995-18C0-56CFCF16DA92}"/>
          </ac:cxnSpMkLst>
        </pc:cxnChg>
        <pc:cxnChg chg="mod">
          <ac:chgData name="정한철" userId="a844bf33-3632-4905-b454-ceb464ec3b61" providerId="ADAL" clId="{5845AE8A-68A4-45FA-AF71-3F7D78D7FDF9}" dt="2024-11-08T01:39:24.560" v="308" actId="14100"/>
          <ac:cxnSpMkLst>
            <pc:docMk/>
            <pc:sldMk cId="2863796160" sldId="1014"/>
            <ac:cxnSpMk id="13" creationId="{C0AD5EEB-3EF1-E9D4-248F-38C33DAB7D64}"/>
          </ac:cxnSpMkLst>
        </pc:cxnChg>
        <pc:cxnChg chg="mod">
          <ac:chgData name="정한철" userId="a844bf33-3632-4905-b454-ceb464ec3b61" providerId="ADAL" clId="{5845AE8A-68A4-45FA-AF71-3F7D78D7FDF9}" dt="2024-11-08T01:33:21.135" v="209" actId="1036"/>
          <ac:cxnSpMkLst>
            <pc:docMk/>
            <pc:sldMk cId="2863796160" sldId="1014"/>
            <ac:cxnSpMk id="20" creationId="{A6AC559E-CE43-5BB2-094D-1F66729B24FB}"/>
          </ac:cxnSpMkLst>
        </pc:cxnChg>
        <pc:cxnChg chg="mod">
          <ac:chgData name="정한철" userId="a844bf33-3632-4905-b454-ceb464ec3b61" providerId="ADAL" clId="{5845AE8A-68A4-45FA-AF71-3F7D78D7FDF9}" dt="2024-11-08T01:28:57.562" v="59" actId="403"/>
          <ac:cxnSpMkLst>
            <pc:docMk/>
            <pc:sldMk cId="2863796160" sldId="1014"/>
            <ac:cxnSpMk id="25" creationId="{21B23D25-3A05-D1AD-2A65-3B48366628C6}"/>
          </ac:cxnSpMkLst>
        </pc:cxnChg>
        <pc:cxnChg chg="mod">
          <ac:chgData name="정한철" userId="a844bf33-3632-4905-b454-ceb464ec3b61" providerId="ADAL" clId="{5845AE8A-68A4-45FA-AF71-3F7D78D7FDF9}" dt="2024-11-08T01:28:57.562" v="59" actId="403"/>
          <ac:cxnSpMkLst>
            <pc:docMk/>
            <pc:sldMk cId="2863796160" sldId="1014"/>
            <ac:cxnSpMk id="74" creationId="{01AB3056-DECC-569A-C577-69DAB0BF7247}"/>
          </ac:cxnSpMkLst>
        </pc:cxnChg>
        <pc:cxnChg chg="mod">
          <ac:chgData name="정한철" userId="a844bf33-3632-4905-b454-ceb464ec3b61" providerId="ADAL" clId="{5845AE8A-68A4-45FA-AF71-3F7D78D7FDF9}" dt="2024-11-08T01:28:57.562" v="59" actId="403"/>
          <ac:cxnSpMkLst>
            <pc:docMk/>
            <pc:sldMk cId="2863796160" sldId="1014"/>
            <ac:cxnSpMk id="75" creationId="{CCCD6AF0-2D45-B7EB-1807-CDC2CC69A483}"/>
          </ac:cxnSpMkLst>
        </pc:cxnChg>
        <pc:cxnChg chg="mod">
          <ac:chgData name="정한철" userId="a844bf33-3632-4905-b454-ceb464ec3b61" providerId="ADAL" clId="{5845AE8A-68A4-45FA-AF71-3F7D78D7FDF9}" dt="2024-11-08T01:28:57.562" v="59" actId="403"/>
          <ac:cxnSpMkLst>
            <pc:docMk/>
            <pc:sldMk cId="2863796160" sldId="1014"/>
            <ac:cxnSpMk id="76" creationId="{58DF6404-8A0F-4E5A-10E8-D09FFFFD4CE8}"/>
          </ac:cxnSpMkLst>
        </pc:cxnChg>
        <pc:cxnChg chg="mod">
          <ac:chgData name="정한철" userId="a844bf33-3632-4905-b454-ceb464ec3b61" providerId="ADAL" clId="{5845AE8A-68A4-45FA-AF71-3F7D78D7FDF9}" dt="2024-11-08T01:39:24.560" v="308" actId="14100"/>
          <ac:cxnSpMkLst>
            <pc:docMk/>
            <pc:sldMk cId="2863796160" sldId="1014"/>
            <ac:cxnSpMk id="93" creationId="{1A3E81EC-8293-1C5B-F8F6-9CC32B657C65}"/>
          </ac:cxnSpMkLst>
        </pc:cxnChg>
        <pc:cxnChg chg="mod">
          <ac:chgData name="정한철" userId="a844bf33-3632-4905-b454-ceb464ec3b61" providerId="ADAL" clId="{5845AE8A-68A4-45FA-AF71-3F7D78D7FDF9}" dt="2024-11-08T01:39:24.560" v="308" actId="14100"/>
          <ac:cxnSpMkLst>
            <pc:docMk/>
            <pc:sldMk cId="2863796160" sldId="1014"/>
            <ac:cxnSpMk id="123" creationId="{733814B7-716B-84F1-2532-5FD568A084A9}"/>
          </ac:cxnSpMkLst>
        </pc:cxnChg>
        <pc:cxnChg chg="mod">
          <ac:chgData name="정한철" userId="a844bf33-3632-4905-b454-ceb464ec3b61" providerId="ADAL" clId="{5845AE8A-68A4-45FA-AF71-3F7D78D7FDF9}" dt="2024-11-08T01:39:24.560" v="308" actId="14100"/>
          <ac:cxnSpMkLst>
            <pc:docMk/>
            <pc:sldMk cId="2863796160" sldId="1014"/>
            <ac:cxnSpMk id="130" creationId="{712FF107-C2A9-4C85-F35C-1283049BB948}"/>
          </ac:cxnSpMkLst>
        </pc:cxnChg>
        <pc:cxnChg chg="mod">
          <ac:chgData name="정한철" userId="a844bf33-3632-4905-b454-ceb464ec3b61" providerId="ADAL" clId="{5845AE8A-68A4-45FA-AF71-3F7D78D7FDF9}" dt="2024-11-08T01:39:24.560" v="308" actId="14100"/>
          <ac:cxnSpMkLst>
            <pc:docMk/>
            <pc:sldMk cId="2863796160" sldId="1014"/>
            <ac:cxnSpMk id="133" creationId="{29095F4E-6396-7BCD-AFD5-06B36293A716}"/>
          </ac:cxnSpMkLst>
        </pc:cxnChg>
      </pc:sldChg>
      <pc:sldChg chg="modSp mod">
        <pc:chgData name="정한철" userId="a844bf33-3632-4905-b454-ceb464ec3b61" providerId="ADAL" clId="{5845AE8A-68A4-45FA-AF71-3F7D78D7FDF9}" dt="2024-11-08T01:39:41.375" v="318" actId="20577"/>
        <pc:sldMkLst>
          <pc:docMk/>
          <pc:sldMk cId="383426711" sldId="1015"/>
        </pc:sldMkLst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2" creationId="{E86C244F-B856-AF72-2D7E-21496C04C894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3" creationId="{51C4CC05-1836-9201-BFC4-8B67D387FA2D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4" creationId="{B6E1F60E-9E59-A465-5DAC-D1D47698A271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5" creationId="{2A4A2B6B-D5E8-DF87-DBA3-8E20645DDC9F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1" creationId="{39DC63D1-998E-7C22-DE7B-CE99397D71EB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5" creationId="{C8F24B7A-755B-1691-928A-654B89799FFA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6" creationId="{1740D780-50B2-2A70-A4C6-4DAF8DEF4E95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7" creationId="{3DEB63E2-7839-D36C-720D-DC1C3D0BF406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8" creationId="{38B770C8-A6BB-A773-A00F-CDA6F46A2B25}"/>
          </ac:spMkLst>
        </pc:spChg>
        <pc:spChg chg="mod">
          <ac:chgData name="정한철" userId="a844bf33-3632-4905-b454-ceb464ec3b61" providerId="ADAL" clId="{5845AE8A-68A4-45FA-AF71-3F7D78D7FDF9}" dt="2024-11-08T01:34:09.468" v="215" actId="14100"/>
          <ac:spMkLst>
            <pc:docMk/>
            <pc:sldMk cId="383426711" sldId="1015"/>
            <ac:spMk id="19" creationId="{759662E3-14D1-47AF-0D9D-67FC1AA7D0C0}"/>
          </ac:spMkLst>
        </pc:spChg>
        <pc:spChg chg="mod">
          <ac:chgData name="정한철" userId="a844bf33-3632-4905-b454-ceb464ec3b61" providerId="ADAL" clId="{5845AE8A-68A4-45FA-AF71-3F7D78D7FDF9}" dt="2024-11-08T01:39:41.375" v="318" actId="20577"/>
          <ac:spMkLst>
            <pc:docMk/>
            <pc:sldMk cId="383426711" sldId="1015"/>
            <ac:spMk id="23" creationId="{E16CA8FA-2492-2DB5-3EDC-6D8B3419B567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24" creationId="{2B01DC76-BE1A-8448-0A2D-D7528922FE93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26" creationId="{BD1E8D96-DD85-F558-0425-33F21D5C42DE}"/>
          </ac:spMkLst>
        </pc:spChg>
        <pc:spChg chg="mod">
          <ac:chgData name="정한철" userId="a844bf33-3632-4905-b454-ceb464ec3b61" providerId="ADAL" clId="{5845AE8A-68A4-45FA-AF71-3F7D78D7FDF9}" dt="2024-11-08T01:39:07.433" v="307" actId="404"/>
          <ac:spMkLst>
            <pc:docMk/>
            <pc:sldMk cId="383426711" sldId="1015"/>
            <ac:spMk id="28" creationId="{ADD8648C-81B3-8504-6789-E99A26EB5A6F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29" creationId="{DB3E80AF-2E7B-E96A-93DB-0433F7273B4A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30" creationId="{60A88C2D-7D7C-EDC3-8173-38D307164263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31" creationId="{07F88E92-D538-9A73-FE37-E30AEDD6ED95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35" creationId="{43E899C6-0941-78D1-D12F-E621196B33DD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37" creationId="{A8EC7140-5E24-E284-0683-3DCD9C8ADE15}"/>
          </ac:spMkLst>
        </pc:spChg>
        <pc:spChg chg="mod">
          <ac:chgData name="정한철" userId="a844bf33-3632-4905-b454-ceb464ec3b61" providerId="ADAL" clId="{5845AE8A-68A4-45FA-AF71-3F7D78D7FDF9}" dt="2024-11-08T01:39:07.433" v="307" actId="404"/>
          <ac:spMkLst>
            <pc:docMk/>
            <pc:sldMk cId="383426711" sldId="1015"/>
            <ac:spMk id="38" creationId="{791D6D4F-9CE0-DA08-BF29-7276708892E3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59" creationId="{A4D18F2D-279B-1A03-80A4-A76E56DBE662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71" creationId="{EBAF43D0-B97F-59EC-14D8-F9107A757D42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80" creationId="{A6985B48-762D-F3B7-6B19-DDAC78CF083C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81" creationId="{803FB118-DB9E-FFBE-0BD0-F38F62E32FDE}"/>
          </ac:spMkLst>
        </pc:spChg>
        <pc:spChg chg="mod">
          <ac:chgData name="정한철" userId="a844bf33-3632-4905-b454-ceb464ec3b61" providerId="ADAL" clId="{5845AE8A-68A4-45FA-AF71-3F7D78D7FDF9}" dt="2024-11-08T01:34:09.468" v="215" actId="14100"/>
          <ac:spMkLst>
            <pc:docMk/>
            <pc:sldMk cId="383426711" sldId="1015"/>
            <ac:spMk id="109" creationId="{597BFA0E-2241-3AD2-3214-D87A6622AE83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12" creationId="{FC3ADC47-BBD4-FABF-482E-9E7ABBD953E1}"/>
          </ac:spMkLst>
        </pc:spChg>
        <pc:spChg chg="mod">
          <ac:chgData name="정한철" userId="a844bf33-3632-4905-b454-ceb464ec3b61" providerId="ADAL" clId="{5845AE8A-68A4-45FA-AF71-3F7D78D7FDF9}" dt="2024-11-08T01:39:39.403" v="317" actId="20577"/>
          <ac:spMkLst>
            <pc:docMk/>
            <pc:sldMk cId="383426711" sldId="1015"/>
            <ac:spMk id="122" creationId="{397DCE6E-222D-7857-6B44-84DA9FC714DA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28" creationId="{A81780E5-ED0F-CBFB-F9CD-EA6C9FEE2439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29" creationId="{5EC23676-F4F2-00EC-C6CA-C593208ED1B8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45" creationId="{AD8D416B-7D83-14F8-876F-AD4BC31D5D2F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49" creationId="{246C9C5E-B342-6F30-CD1C-FC9324BCA7EA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60" creationId="{E2018958-F90B-6CCA-0616-EE323440550A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66" creationId="{B5B8B66A-E287-89D5-689B-E97C156DF9F8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70" creationId="{530503B5-0BF5-E955-7B40-783BEA640BE1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71" creationId="{B30C3F63-C5B6-0209-001C-58C7C7DC5AF4}"/>
          </ac:spMkLst>
        </pc:spChg>
        <pc:spChg chg="mod">
          <ac:chgData name="정한철" userId="a844bf33-3632-4905-b454-ceb464ec3b61" providerId="ADAL" clId="{5845AE8A-68A4-45FA-AF71-3F7D78D7FDF9}" dt="2024-11-08T01:34:02.438" v="214" actId="403"/>
          <ac:spMkLst>
            <pc:docMk/>
            <pc:sldMk cId="383426711" sldId="1015"/>
            <ac:spMk id="172" creationId="{13FF1649-DBDB-7AC8-A1F2-E5DCD624AA9B}"/>
          </ac:spMkLst>
        </pc:spChg>
        <pc:cxnChg chg="mod">
          <ac:chgData name="정한철" userId="a844bf33-3632-4905-b454-ceb464ec3b61" providerId="ADAL" clId="{5845AE8A-68A4-45FA-AF71-3F7D78D7FDF9}" dt="2024-11-08T01:39:37.975" v="316" actId="14100"/>
          <ac:cxnSpMkLst>
            <pc:docMk/>
            <pc:sldMk cId="383426711" sldId="1015"/>
            <ac:cxnSpMk id="12" creationId="{3BD02DC9-5925-B995-18C0-56CFCF16DA92}"/>
          </ac:cxnSpMkLst>
        </pc:cxnChg>
        <pc:cxnChg chg="mod">
          <ac:chgData name="정한철" userId="a844bf33-3632-4905-b454-ceb464ec3b61" providerId="ADAL" clId="{5845AE8A-68A4-45FA-AF71-3F7D78D7FDF9}" dt="2024-11-08T01:39:37.975" v="316" actId="14100"/>
          <ac:cxnSpMkLst>
            <pc:docMk/>
            <pc:sldMk cId="383426711" sldId="1015"/>
            <ac:cxnSpMk id="13" creationId="{C0AD5EEB-3EF1-E9D4-248F-38C33DAB7D64}"/>
          </ac:cxnSpMkLst>
        </pc:cxnChg>
        <pc:cxnChg chg="mod">
          <ac:chgData name="정한철" userId="a844bf33-3632-4905-b454-ceb464ec3b61" providerId="ADAL" clId="{5845AE8A-68A4-45FA-AF71-3F7D78D7FDF9}" dt="2024-11-08T01:33:35.605" v="211" actId="1035"/>
          <ac:cxnSpMkLst>
            <pc:docMk/>
            <pc:sldMk cId="383426711" sldId="1015"/>
            <ac:cxnSpMk id="20" creationId="{A6AC559E-CE43-5BB2-094D-1F66729B24FB}"/>
          </ac:cxnSpMkLst>
        </pc:cxnChg>
        <pc:cxnChg chg="mod">
          <ac:chgData name="정한철" userId="a844bf33-3632-4905-b454-ceb464ec3b61" providerId="ADAL" clId="{5845AE8A-68A4-45FA-AF71-3F7D78D7FDF9}" dt="2024-11-08T01:34:02.438" v="214" actId="403"/>
          <ac:cxnSpMkLst>
            <pc:docMk/>
            <pc:sldMk cId="383426711" sldId="1015"/>
            <ac:cxnSpMk id="25" creationId="{21B23D25-3A05-D1AD-2A65-3B48366628C6}"/>
          </ac:cxnSpMkLst>
        </pc:cxnChg>
        <pc:cxnChg chg="mod">
          <ac:chgData name="정한철" userId="a844bf33-3632-4905-b454-ceb464ec3b61" providerId="ADAL" clId="{5845AE8A-68A4-45FA-AF71-3F7D78D7FDF9}" dt="2024-11-08T01:34:02.438" v="214" actId="403"/>
          <ac:cxnSpMkLst>
            <pc:docMk/>
            <pc:sldMk cId="383426711" sldId="1015"/>
            <ac:cxnSpMk id="74" creationId="{01AB3056-DECC-569A-C577-69DAB0BF7247}"/>
          </ac:cxnSpMkLst>
        </pc:cxnChg>
        <pc:cxnChg chg="mod">
          <ac:chgData name="정한철" userId="a844bf33-3632-4905-b454-ceb464ec3b61" providerId="ADAL" clId="{5845AE8A-68A4-45FA-AF71-3F7D78D7FDF9}" dt="2024-11-08T01:34:02.438" v="214" actId="403"/>
          <ac:cxnSpMkLst>
            <pc:docMk/>
            <pc:sldMk cId="383426711" sldId="1015"/>
            <ac:cxnSpMk id="75" creationId="{CCCD6AF0-2D45-B7EB-1807-CDC2CC69A483}"/>
          </ac:cxnSpMkLst>
        </pc:cxnChg>
        <pc:cxnChg chg="mod">
          <ac:chgData name="정한철" userId="a844bf33-3632-4905-b454-ceb464ec3b61" providerId="ADAL" clId="{5845AE8A-68A4-45FA-AF71-3F7D78D7FDF9}" dt="2024-11-08T01:34:02.438" v="214" actId="403"/>
          <ac:cxnSpMkLst>
            <pc:docMk/>
            <pc:sldMk cId="383426711" sldId="1015"/>
            <ac:cxnSpMk id="76" creationId="{58DF6404-8A0F-4E5A-10E8-D09FFFFD4CE8}"/>
          </ac:cxnSpMkLst>
        </pc:cxnChg>
        <pc:cxnChg chg="mod">
          <ac:chgData name="정한철" userId="a844bf33-3632-4905-b454-ceb464ec3b61" providerId="ADAL" clId="{5845AE8A-68A4-45FA-AF71-3F7D78D7FDF9}" dt="2024-11-08T01:39:37.975" v="316" actId="14100"/>
          <ac:cxnSpMkLst>
            <pc:docMk/>
            <pc:sldMk cId="383426711" sldId="1015"/>
            <ac:cxnSpMk id="93" creationId="{1A3E81EC-8293-1C5B-F8F6-9CC32B657C65}"/>
          </ac:cxnSpMkLst>
        </pc:cxnChg>
        <pc:cxnChg chg="mod">
          <ac:chgData name="정한철" userId="a844bf33-3632-4905-b454-ceb464ec3b61" providerId="ADAL" clId="{5845AE8A-68A4-45FA-AF71-3F7D78D7FDF9}" dt="2024-11-08T01:39:37.975" v="316" actId="14100"/>
          <ac:cxnSpMkLst>
            <pc:docMk/>
            <pc:sldMk cId="383426711" sldId="1015"/>
            <ac:cxnSpMk id="123" creationId="{733814B7-716B-84F1-2532-5FD568A084A9}"/>
          </ac:cxnSpMkLst>
        </pc:cxnChg>
        <pc:cxnChg chg="mod">
          <ac:chgData name="정한철" userId="a844bf33-3632-4905-b454-ceb464ec3b61" providerId="ADAL" clId="{5845AE8A-68A4-45FA-AF71-3F7D78D7FDF9}" dt="2024-11-08T01:39:37.975" v="316" actId="14100"/>
          <ac:cxnSpMkLst>
            <pc:docMk/>
            <pc:sldMk cId="383426711" sldId="1015"/>
            <ac:cxnSpMk id="130" creationId="{712FF107-C2A9-4C85-F35C-1283049BB948}"/>
          </ac:cxnSpMkLst>
        </pc:cxnChg>
        <pc:cxnChg chg="mod">
          <ac:chgData name="정한철" userId="a844bf33-3632-4905-b454-ceb464ec3b61" providerId="ADAL" clId="{5845AE8A-68A4-45FA-AF71-3F7D78D7FDF9}" dt="2024-11-08T01:39:37.975" v="316" actId="14100"/>
          <ac:cxnSpMkLst>
            <pc:docMk/>
            <pc:sldMk cId="383426711" sldId="1015"/>
            <ac:cxnSpMk id="133" creationId="{29095F4E-6396-7BCD-AFD5-06B36293A71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BF43C-10F2-4B16-BE54-B43083145598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9C4F9-ADE7-4684-B3F7-D92FA8E54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7E569E-19D3-4FEB-AC8C-3C4596C3247F}" type="slidenum">
              <a:rPr kumimoji="0" lang="en-US" altLang="it-IT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가는각진제목체" pitchFamily="18" charset="-127"/>
                <a:cs typeface="+mn-cs"/>
              </a:rPr>
              <a:pPr marL="0" marR="0" lvl="0" indent="0" algn="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it-IT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가는각진제목체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98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결제확인</a:t>
            </a:r>
            <a:r>
              <a:rPr lang="en-US" altLang="ko-KR" dirty="0"/>
              <a:t>, </a:t>
            </a:r>
            <a:r>
              <a:rPr lang="ko-KR" altLang="en-US" dirty="0"/>
              <a:t>취소 </a:t>
            </a:r>
            <a:r>
              <a:rPr lang="en-US" altLang="ko-KR" dirty="0"/>
              <a:t>=&gt; </a:t>
            </a:r>
            <a:r>
              <a:rPr lang="ko-KR" altLang="en-US" dirty="0"/>
              <a:t>매출 확인 문의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매출확인 경로 안내 문자 발송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7E569E-19D3-4FEB-AC8C-3C4596C3247F}" type="slidenum">
              <a:rPr kumimoji="0" lang="en-US" altLang="it-IT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가는각진제목체" pitchFamily="18" charset="-127"/>
                <a:cs typeface="+mn-cs"/>
              </a:rPr>
              <a:pPr marL="0" marR="0" lvl="0" indent="0" algn="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it-IT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가는각진제목체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9976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결제확인</a:t>
            </a:r>
            <a:r>
              <a:rPr lang="en-US" altLang="ko-KR" dirty="0"/>
              <a:t>, </a:t>
            </a:r>
            <a:r>
              <a:rPr lang="ko-KR" altLang="en-US" dirty="0"/>
              <a:t>취소 </a:t>
            </a:r>
            <a:r>
              <a:rPr lang="en-US" altLang="ko-KR" dirty="0"/>
              <a:t>=&gt; </a:t>
            </a:r>
            <a:r>
              <a:rPr lang="ko-KR" altLang="en-US" dirty="0"/>
              <a:t>매출 확인 문의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매출확인 경로 안내 문자 발송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7E569E-19D3-4FEB-AC8C-3C4596C3247F}" type="slidenum">
              <a:rPr kumimoji="0" lang="en-US" altLang="it-IT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가는각진제목체" pitchFamily="18" charset="-127"/>
                <a:cs typeface="+mn-cs"/>
              </a:rPr>
              <a:pPr marL="0" marR="0" lvl="0" indent="0" algn="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it-IT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가는각진제목체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283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결제확인</a:t>
            </a:r>
            <a:r>
              <a:rPr lang="en-US" altLang="ko-KR" dirty="0"/>
              <a:t>, </a:t>
            </a:r>
            <a:r>
              <a:rPr lang="ko-KR" altLang="en-US" dirty="0"/>
              <a:t>취소 </a:t>
            </a:r>
            <a:r>
              <a:rPr lang="en-US" altLang="ko-KR" dirty="0"/>
              <a:t>=&gt; </a:t>
            </a:r>
            <a:r>
              <a:rPr lang="ko-KR" altLang="en-US" dirty="0"/>
              <a:t>매출 확인 문의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매출확인 경로 안내 문자 발송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7E569E-19D3-4FEB-AC8C-3C4596C3247F}" type="slidenum">
              <a:rPr kumimoji="0" lang="en-US" altLang="it-IT" sz="10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가는각진제목체" pitchFamily="18" charset="-127"/>
                <a:cs typeface="+mn-cs"/>
              </a:rPr>
              <a:pPr marL="0" marR="0" lvl="0" indent="0" algn="r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it-IT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가는각진제목체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768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7E569E-19D3-4FEB-AC8C-3C4596C3247F}" type="slidenum">
              <a:rPr lang="en-US" altLang="it-IT" smtClean="0"/>
              <a:pPr>
                <a:defRPr/>
              </a:pPr>
              <a:t>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305862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7E569E-19D3-4FEB-AC8C-3C4596C3247F}" type="slidenum">
              <a:rPr lang="en-US" altLang="it-IT" smtClean="0"/>
              <a:pPr>
                <a:defRPr/>
              </a:pPr>
              <a:t>6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98547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7E569E-19D3-4FEB-AC8C-3C4596C3247F}" type="slidenum">
              <a:rPr lang="en-US" altLang="it-IT" smtClean="0"/>
              <a:pPr>
                <a:defRPr/>
              </a:pPr>
              <a:t>7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96881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7E569E-19D3-4FEB-AC8C-3C4596C3247F}" type="slidenum">
              <a:rPr lang="en-US" altLang="it-IT" smtClean="0"/>
              <a:pPr>
                <a:defRPr/>
              </a:pPr>
              <a:t>8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7390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188" y="750888"/>
            <a:ext cx="6594475" cy="37099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7E569E-19D3-4FEB-AC8C-3C4596C3247F}" type="slidenum">
              <a:rPr lang="en-US" altLang="it-IT" smtClean="0"/>
              <a:pPr>
                <a:defRPr/>
              </a:pPr>
              <a:t>9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26111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8CC62-D121-C26C-4E7B-748E92C9C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67D4AE-B466-B696-691A-AE1C41123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84830-F65C-AA51-F71E-8A7391CB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EA647E-65E4-2CD8-0FA2-B4BD3398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7B30A-1D3D-FA98-3B00-B9CDBFAA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63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6AE56-1C17-7271-E5B7-6B273085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E2F02-F26C-2B7E-9DDA-49B76BC72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0B75C3-C083-E3B3-D683-A0728531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B5E532-53C2-B279-CAB2-5F28D482B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91E89D-2C94-78A0-2FCF-AAB04DD9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7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C348B-06B6-FF27-A8B7-F2ECCD27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DA67DD-2D20-6707-F7E7-8F93846EF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95373-A3BB-D718-A197-4431BC0F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53ED8-1DEC-5367-2EAF-E8D068D7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478AFB-E524-119C-22B5-996F55AC6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96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3AF13-9B62-49CA-10D4-9BEC02802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C761E5-3DCC-1BCE-52E6-5529658C8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6CD821-B876-6578-AE3F-9D2E992A9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315E69-D6D4-0906-D055-2675CD8E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42B700-3DAD-361E-3644-53AAC965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EAB562-4677-02C8-4A4A-F26E758D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437E9-ABB2-9E67-0473-C8273C83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6020A3-03B6-810E-D044-5241F6D3A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5D80D0-39EC-C3E9-D3C5-A09583B08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88C576-C6E0-621F-5DE1-21E40FBAA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9C1DA2-7B72-BC20-063F-E2EA40D4F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88F5AB-3508-05FD-AEE2-10AC4083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1E0C42-CA36-5ACC-EA42-CF8B94F4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05FD5E-A612-C2B8-BD45-ED02ADD8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8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1F0E8-D155-40A6-24E8-4C9A93D4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0B0D1-368C-73B6-C51F-A6F471D4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630E54-09A1-A05F-4151-90C571BE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3CE5DA-F16D-601C-FDB8-CD25164E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7A7596-DF8B-A732-4FC2-46610D62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770E2B-AADD-5045-9153-D1B988C8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E2188-E458-726F-AB65-EF3EF906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71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CB4C2-74AD-D0C3-A744-AA93FE7E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0FA814-9959-122D-3942-8A8E29940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8C5081-8C3D-7BEE-748B-C30355A4A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E7DD63-DDF6-8B81-BFB2-D5DDEEF9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FE85BF-65D9-BFEF-1EDA-03C5BAF2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035C4B-94D2-B06C-2222-D12D7301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355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11604-C195-6283-FE2A-9248F648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2BD628B-EFFE-C452-63E8-FA3BA7514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46F17-76F1-DBB7-8C6B-AC921DECC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8556C3-128D-724A-81AD-36AE05E3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673C28-74EB-BA2F-26BD-7310EC51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12608E-6273-9CB6-7B24-5AF830D8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4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544AB-67CF-3646-A1F2-6743748A6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A53CA0-3778-2C76-E2DE-3AECC4ED2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33FCBE-33CA-1D39-9D5F-A12CE478E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54C4B-939F-C17D-7199-29FFE3B6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5BC2EE-935C-202F-F2C7-A2995044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132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52BBFC-4999-EF3E-88C6-A07A7D1E5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51EECA-A134-2C6D-9AA6-9B5B4C56F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F0B20C-2EA2-DCEB-4800-A9905C591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C3B0BB-4B5A-6522-CE59-EF615B2D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D4C72-F3F6-0613-BC84-6C822009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90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개정이력&amp;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6"/>
          <p:cNvSpPr/>
          <p:nvPr userDrawn="1"/>
        </p:nvSpPr>
        <p:spPr>
          <a:xfrm>
            <a:off x="6000711" y="6475413"/>
            <a:ext cx="505150" cy="2510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kumimoji="0" lang="en-US" altLang="ko-KR" sz="883"/>
              <a:t>- </a:t>
            </a:r>
            <a:fld id="{63EFA4F5-AB87-4B79-882B-59362FF602E9}" type="slidenum">
              <a:rPr kumimoji="0" lang="ko-KR" altLang="en-US" sz="883"/>
              <a:pPr algn="ctr" latinLnBrk="0">
                <a:lnSpc>
                  <a:spcPct val="130000"/>
                </a:lnSpc>
                <a:spcBef>
                  <a:spcPct val="50000"/>
                </a:spcBef>
                <a:buFont typeface="Wingdings" pitchFamily="2" charset="2"/>
                <a:buNone/>
                <a:defRPr/>
              </a:pPr>
              <a:t>‹#›</a:t>
            </a:fld>
            <a:r>
              <a:rPr kumimoji="0" lang="en-US" altLang="ko-KR" sz="883"/>
              <a:t> -</a:t>
            </a:r>
            <a:endParaRPr kumimoji="0" lang="ko-KR" altLang="en-US" sz="883"/>
          </a:p>
        </p:txBody>
      </p:sp>
    </p:spTree>
    <p:extLst>
      <p:ext uri="{BB962C8B-B14F-4D97-AF65-F5344CB8AC3E}">
        <p14:creationId xmlns:p14="http://schemas.microsoft.com/office/powerpoint/2010/main" val="29379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732E23-0251-E1C3-656B-073C59F7B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33BB4F-B521-B1CD-CA33-8CDBC316A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5FCC1F-458E-4BEB-52C8-8433E618D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DB646-00A2-40AC-913A-CB7A9EA07C8D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49EE3-D57F-3C10-CC4F-C8865FF1A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3E25C-165E-D22B-8D5B-0A5388A3D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48A2A-0881-4425-A307-A1B3D65D7C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30">
            <a:extLst>
              <a:ext uri="{FF2B5EF4-FFF2-40B4-BE49-F238E27FC236}">
                <a16:creationId xmlns:a16="http://schemas.microsoft.com/office/drawing/2014/main" id="{D2C3106E-CBC8-B846-B3E3-DD161EDA7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9238" y="2229595"/>
            <a:ext cx="3090445" cy="4047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u="sng" dirty="0" err="1">
                <a:solidFill>
                  <a:prstClr val="black"/>
                </a:solidFill>
                <a:latin typeface="나눔고딕" pitchFamily="2" charset="-127"/>
                <a:ea typeface="나눔고딕OTF" panose="020D0604000000000000" pitchFamily="34" charset="-127"/>
              </a:rPr>
              <a:t>안내멘트</a:t>
            </a:r>
            <a:endParaRPr kumimoji="1" lang="en-US" altLang="ko-KR" sz="800" b="1" u="sng" dirty="0">
              <a:solidFill>
                <a:prstClr val="black"/>
              </a:solidFill>
              <a:latin typeface="나눔고딕" pitchFamily="2" charset="-127"/>
              <a:ea typeface="나눔고딕OTF" panose="020D0604000000000000" pitchFamily="34" charset="-127"/>
            </a:endParaRPr>
          </a:p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OOO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는 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OOO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업무에 관하여 </a:t>
            </a:r>
            <a:r>
              <a:rPr kumimoji="1" lang="ko-KR" altLang="en-US" sz="800" dirty="0" err="1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상담가능합니다</a:t>
            </a:r>
            <a:endParaRPr kumimoji="1" lang="ko-KR" altLang="en-US" sz="800" dirty="0">
              <a:solidFill>
                <a:prstClr val="black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7" name="Rectangle 294">
            <a:extLst>
              <a:ext uri="{FF2B5EF4-FFF2-40B4-BE49-F238E27FC236}">
                <a16:creationId xmlns:a16="http://schemas.microsoft.com/office/drawing/2014/main" id="{EC5F1F3B-72A7-2EAC-08AE-F57F60B7B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541" y="1109512"/>
            <a:ext cx="3990648" cy="2507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77290" rIns="154579" bIns="77290" anchor="ctr">
            <a:noAutofit/>
          </a:bodyPr>
          <a:lstStyle/>
          <a:p>
            <a:pPr algn="ctr" defTabSz="15450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인사말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48" name="순서도: 수행의 시작/종료 47">
            <a:extLst>
              <a:ext uri="{FF2B5EF4-FFF2-40B4-BE49-F238E27FC236}">
                <a16:creationId xmlns:a16="http://schemas.microsoft.com/office/drawing/2014/main" id="{DDAE7F7D-A3AB-7C9C-E5A3-CFA62BEB3055}"/>
              </a:ext>
            </a:extLst>
          </p:cNvPr>
          <p:cNvSpPr/>
          <p:nvPr/>
        </p:nvSpPr>
        <p:spPr>
          <a:xfrm>
            <a:off x="3466964" y="469500"/>
            <a:ext cx="1726909" cy="250768"/>
          </a:xfrm>
          <a:prstGeom prst="flowChartTerminator">
            <a:avLst/>
          </a:prstGeom>
          <a:solidFill>
            <a:srgbClr val="FFFFCC"/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82611" tIns="41306" rIns="82611" bIns="41306" anchor="ctr">
            <a:noAutofit/>
          </a:bodyPr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 kern="0" dirty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대표번호</a:t>
            </a:r>
            <a:r>
              <a:rPr kumimoji="1" lang="en-US" altLang="ko-KR" sz="1000" b="1" kern="0" dirty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(0000-0000)</a:t>
            </a:r>
            <a:r>
              <a:rPr kumimoji="1" lang="ko-KR" altLang="en-US" sz="1000" b="1" kern="0" dirty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kumimoji="1" lang="ko-KR" altLang="en-US" sz="1000" b="1" kern="0" dirty="0" err="1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인입</a:t>
            </a:r>
            <a:endParaRPr kumimoji="1" lang="en-US" altLang="ko-KR" sz="1000" b="1" kern="0" dirty="0">
              <a:solidFill>
                <a:sysClr val="windowText" lastClr="00000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50" name="AutoShape 333">
            <a:extLst>
              <a:ext uri="{FF2B5EF4-FFF2-40B4-BE49-F238E27FC236}">
                <a16:creationId xmlns:a16="http://schemas.microsoft.com/office/drawing/2014/main" id="{9830CC01-3869-3173-A198-0FD0E813F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601" y="1720078"/>
            <a:ext cx="1059581" cy="288328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86940" tIns="43470" rIns="86940" bIns="43470" anchor="ctr">
            <a:noAutofit/>
          </a:bodyPr>
          <a:lstStyle/>
          <a:p>
            <a:pPr algn="ctr" defTabSz="1545075" latinLnBrk="0">
              <a:defRPr/>
            </a:pPr>
            <a:r>
              <a:rPr lang="ko-KR" altLang="en-US" sz="800" kern="0" dirty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업무시간</a:t>
            </a:r>
            <a:endParaRPr lang="en-US" altLang="ko-KR" sz="800" kern="0" dirty="0">
              <a:solidFill>
                <a:sysClr val="windowText" lastClr="00000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algn="ctr" defTabSz="1545075" latinLnBrk="0">
              <a:defRPr/>
            </a:pPr>
            <a:r>
              <a:rPr lang="ko-KR" altLang="en-US" sz="800" kern="0" dirty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체크 </a:t>
            </a:r>
            <a:endParaRPr lang="en-US" altLang="ko-KR" sz="800" kern="0" dirty="0">
              <a:solidFill>
                <a:sysClr val="windowText" lastClr="00000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8455F75-D05D-6442-EB70-23D5EA4A6AE4}"/>
              </a:ext>
            </a:extLst>
          </p:cNvPr>
          <p:cNvCxnSpPr>
            <a:cxnSpLocks/>
            <a:stCxn id="50" idx="3"/>
            <a:endCxn id="122" idx="1"/>
          </p:cNvCxnSpPr>
          <p:nvPr/>
        </p:nvCxnSpPr>
        <p:spPr bwMode="auto">
          <a:xfrm flipV="1">
            <a:off x="4867182" y="1609697"/>
            <a:ext cx="1099918" cy="254545"/>
          </a:xfrm>
          <a:prstGeom prst="straightConnector1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 type="triangle"/>
          </a:ln>
        </p:spPr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5773944-C289-95D5-21E2-C08D8175C76F}"/>
              </a:ext>
            </a:extLst>
          </p:cNvPr>
          <p:cNvSpPr/>
          <p:nvPr/>
        </p:nvSpPr>
        <p:spPr>
          <a:xfrm>
            <a:off x="5378688" y="1704596"/>
            <a:ext cx="71409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7118" latinLnBrk="0">
              <a:defRPr/>
            </a:pPr>
            <a:r>
              <a:rPr lang="ko-KR" altLang="en-US" sz="800" kern="0" dirty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점심시간</a:t>
            </a:r>
            <a:endParaRPr lang="en-US" altLang="ko-KR" sz="800" kern="0" dirty="0">
              <a:solidFill>
                <a:sysClr val="windowText" lastClr="00000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C02005F-07C9-4CAC-BF8B-97ED6BC8ADEC}"/>
              </a:ext>
            </a:extLst>
          </p:cNvPr>
          <p:cNvSpPr/>
          <p:nvPr/>
        </p:nvSpPr>
        <p:spPr>
          <a:xfrm>
            <a:off x="3465555" y="1969354"/>
            <a:ext cx="7344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897118" latinLnBrk="0">
              <a:defRPr/>
            </a:pPr>
            <a:r>
              <a:rPr lang="ko-KR" altLang="en-US" sz="800" kern="0" dirty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업무시간 내</a:t>
            </a:r>
            <a:endParaRPr lang="en-US" altLang="ko-KR" sz="800" kern="0" dirty="0">
              <a:solidFill>
                <a:sysClr val="windowText" lastClr="00000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B6DA9F-EE62-6C66-CB0D-790A679D4E3A}"/>
              </a:ext>
            </a:extLst>
          </p:cNvPr>
          <p:cNvSpPr txBox="1"/>
          <p:nvPr/>
        </p:nvSpPr>
        <p:spPr>
          <a:xfrm>
            <a:off x="-182" y="64830"/>
            <a:ext cx="2133378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5"/>
              </a:spcBef>
              <a:spcAft>
                <a:spcPct val="0"/>
              </a:spcAft>
              <a:defRPr/>
            </a:pPr>
            <a:r>
              <a:rPr kumimoji="1" lang="en-US" altLang="ko-KR" sz="800" u="sng" dirty="0" err="1">
                <a:solidFill>
                  <a:prstClr val="white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IVR_Main</a:t>
            </a:r>
            <a:endParaRPr kumimoji="1" lang="ko-KR" altLang="en-US" sz="800" u="sng" dirty="0">
              <a:solidFill>
                <a:prstClr val="white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93" name="Rectangle 30">
            <a:extLst>
              <a:ext uri="{FF2B5EF4-FFF2-40B4-BE49-F238E27FC236}">
                <a16:creationId xmlns:a16="http://schemas.microsoft.com/office/drawing/2014/main" id="{36457862-DB81-2177-43DC-34DE54084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2488" y="2854328"/>
            <a:ext cx="3090445" cy="8588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 Depth</a:t>
            </a:r>
            <a:r>
              <a:rPr kumimoji="1" lang="ko-KR" altLang="en-US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kumimoji="1" lang="en-US" altLang="ko-KR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-</a:t>
            </a:r>
            <a:r>
              <a:rPr kumimoji="1" lang="ko-KR" altLang="en-US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메뉴</a:t>
            </a:r>
            <a:endParaRPr kumimoji="1" lang="en-US" altLang="ko-KR" sz="800" b="1" u="sng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defTabSz="897118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다음 안내에 따라 원하시는 번호를 선택해 주시기 바랍니다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defTabSz="897118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OO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지원은 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1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번</a:t>
            </a:r>
            <a:endParaRPr kumimoji="1" lang="en-US" altLang="ko-KR" sz="800" dirty="0">
              <a:solidFill>
                <a:prstClr val="black"/>
              </a:solidFill>
              <a:latin typeface="나눔고딕" pitchFamily="2" charset="-127"/>
              <a:ea typeface="나눔고딕" pitchFamily="2" charset="-127"/>
            </a:endParaRPr>
          </a:p>
          <a:p>
            <a:pPr defTabSz="897118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OOO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 문의는 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2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번</a:t>
            </a:r>
            <a:endParaRPr kumimoji="1" lang="en-US" altLang="ko-KR" sz="800" dirty="0">
              <a:solidFill>
                <a:prstClr val="black"/>
              </a:solidFill>
              <a:latin typeface="나눔고딕" pitchFamily="2" charset="-127"/>
              <a:ea typeface="나눔고딕" pitchFamily="2" charset="-127"/>
            </a:endParaRPr>
          </a:p>
          <a:p>
            <a:pPr defTabSz="897118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OOOO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 문의는 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3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번</a:t>
            </a:r>
            <a:endParaRPr kumimoji="1" lang="en-US" altLang="ko-KR" sz="800" dirty="0">
              <a:solidFill>
                <a:prstClr val="black"/>
              </a:solidFill>
              <a:latin typeface="나눔고딕" pitchFamily="2" charset="-127"/>
              <a:ea typeface="나눔고딕" pitchFamily="2" charset="-127"/>
            </a:endParaRPr>
          </a:p>
          <a:p>
            <a:pPr defTabSz="897118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다시 듣고 싶으시면 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#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를 </a:t>
            </a:r>
            <a:r>
              <a:rPr kumimoji="1" lang="ko-KR" altLang="en-US" sz="800" dirty="0" err="1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눌러주시기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 바랍니다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kumimoji="1" lang="ko-KR" altLang="en-US" sz="800" dirty="0">
              <a:solidFill>
                <a:prstClr val="black"/>
              </a:solidFill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F4DE4F88-9023-5B90-3C81-F539068E389F}"/>
              </a:ext>
            </a:extLst>
          </p:cNvPr>
          <p:cNvCxnSpPr/>
          <p:nvPr/>
        </p:nvCxnSpPr>
        <p:spPr>
          <a:xfrm>
            <a:off x="8995548" y="64830"/>
            <a:ext cx="0" cy="67106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294">
            <a:extLst>
              <a:ext uri="{FF2B5EF4-FFF2-40B4-BE49-F238E27FC236}">
                <a16:creationId xmlns:a16="http://schemas.microsoft.com/office/drawing/2014/main" id="{FB36869A-2883-AC3F-B38B-184E69817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100" y="1484313"/>
            <a:ext cx="1410823" cy="2507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77290" rIns="154579" bIns="77290" anchor="ctr">
            <a:noAutofit/>
          </a:bodyPr>
          <a:lstStyle/>
          <a:p>
            <a:pPr algn="ctr" defTabSz="15450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점심시간 멘트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27" name="Rectangle 294">
            <a:extLst>
              <a:ext uri="{FF2B5EF4-FFF2-40B4-BE49-F238E27FC236}">
                <a16:creationId xmlns:a16="http://schemas.microsoft.com/office/drawing/2014/main" id="{A76D350E-F2D4-8B70-4D0A-B8FE307B4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600" y="2163961"/>
            <a:ext cx="1059581" cy="2507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77290" rIns="154579" bIns="77290" anchor="ctr">
            <a:noAutofit/>
          </a:bodyPr>
          <a:lstStyle/>
          <a:p>
            <a:pPr algn="ctr" defTabSz="15450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안내 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34" name="AutoShape 1028">
            <a:extLst>
              <a:ext uri="{FF2B5EF4-FFF2-40B4-BE49-F238E27FC236}">
                <a16:creationId xmlns:a16="http://schemas.microsoft.com/office/drawing/2014/main" id="{423A39B1-3C6B-5787-F2E5-B59D32604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109" y="3563242"/>
            <a:ext cx="1440000" cy="266400"/>
          </a:xfrm>
          <a:prstGeom prst="flowChartAlternateProcess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en-US" altLang="ko-KR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(1) </a:t>
            </a:r>
            <a:r>
              <a:rPr lang="ko-KR" altLang="en-US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</a:t>
            </a:r>
            <a:r>
              <a:rPr lang="en-US" altLang="ko-KR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</a:t>
            </a:r>
            <a:r>
              <a:rPr lang="ko-KR" altLang="en-US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번</a:t>
            </a:r>
            <a:endParaRPr lang="en-US" altLang="ko-KR" sz="800" b="1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35" name="AutoShape 1028">
            <a:extLst>
              <a:ext uri="{FF2B5EF4-FFF2-40B4-BE49-F238E27FC236}">
                <a16:creationId xmlns:a16="http://schemas.microsoft.com/office/drawing/2014/main" id="{0E94A1CB-A9E6-5357-4D2E-E8FCFC83E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4333" y="3563242"/>
            <a:ext cx="1440000" cy="266400"/>
          </a:xfrm>
          <a:prstGeom prst="flowChartAlternateProcess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en-US" altLang="ko-KR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(2) </a:t>
            </a:r>
            <a:r>
              <a:rPr lang="ko-KR" altLang="en-US" sz="800" b="1" u="sng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</a:t>
            </a:r>
            <a:r>
              <a:rPr lang="en-US" altLang="ko-KR" sz="800" b="1" u="sng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2</a:t>
            </a:r>
            <a:r>
              <a:rPr lang="ko-KR" altLang="en-US" sz="800" b="1" u="sng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번</a:t>
            </a:r>
            <a:endParaRPr lang="en-US" altLang="ko-KR" sz="800" b="1" u="sng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61" name="AutoShape 1028">
            <a:extLst>
              <a:ext uri="{FF2B5EF4-FFF2-40B4-BE49-F238E27FC236}">
                <a16:creationId xmlns:a16="http://schemas.microsoft.com/office/drawing/2014/main" id="{4959F0CF-86A0-ECEE-9F65-236E5BACD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369" y="3576850"/>
            <a:ext cx="1440000" cy="266400"/>
          </a:xfrm>
          <a:prstGeom prst="flowChartAlternateProcess">
            <a:avLst/>
          </a:prstGeom>
          <a:ln w="12700"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en-US" altLang="ko-KR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(3) </a:t>
            </a:r>
            <a:r>
              <a:rPr lang="ko-KR" altLang="en-US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</a:t>
            </a:r>
            <a:r>
              <a:rPr lang="en-US" altLang="ko-KR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3</a:t>
            </a:r>
            <a:r>
              <a:rPr lang="ko-KR" altLang="en-US" sz="800" b="1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번</a:t>
            </a:r>
            <a:endParaRPr lang="en-US" altLang="ko-KR" sz="800" b="1" u="sng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289" name="연결선: 꺾임 288">
            <a:extLst>
              <a:ext uri="{FF2B5EF4-FFF2-40B4-BE49-F238E27FC236}">
                <a16:creationId xmlns:a16="http://schemas.microsoft.com/office/drawing/2014/main" id="{65F66281-6481-B448-6564-230FCC9E670D}"/>
              </a:ext>
            </a:extLst>
          </p:cNvPr>
          <p:cNvCxnSpPr>
            <a:cxnSpLocks/>
            <a:stCxn id="35" idx="2"/>
            <a:endCxn id="134" idx="0"/>
          </p:cNvCxnSpPr>
          <p:nvPr/>
        </p:nvCxnSpPr>
        <p:spPr>
          <a:xfrm rot="5400000">
            <a:off x="2732715" y="1958567"/>
            <a:ext cx="672070" cy="253728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연결선: 꺾임 290">
            <a:extLst>
              <a:ext uri="{FF2B5EF4-FFF2-40B4-BE49-F238E27FC236}">
                <a16:creationId xmlns:a16="http://schemas.microsoft.com/office/drawing/2014/main" id="{62C5BF7F-13AB-8E5D-E48A-25D21D78F7C9}"/>
              </a:ext>
            </a:extLst>
          </p:cNvPr>
          <p:cNvCxnSpPr>
            <a:cxnSpLocks/>
            <a:stCxn id="35" idx="2"/>
            <a:endCxn id="135" idx="0"/>
          </p:cNvCxnSpPr>
          <p:nvPr/>
        </p:nvCxnSpPr>
        <p:spPr>
          <a:xfrm rot="16200000" flipH="1">
            <a:off x="4004826" y="3223735"/>
            <a:ext cx="672070" cy="694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연결선: 꺾임 292">
            <a:extLst>
              <a:ext uri="{FF2B5EF4-FFF2-40B4-BE49-F238E27FC236}">
                <a16:creationId xmlns:a16="http://schemas.microsoft.com/office/drawing/2014/main" id="{AB7C3C04-23BC-A941-E8B6-D3284738C6CF}"/>
              </a:ext>
            </a:extLst>
          </p:cNvPr>
          <p:cNvCxnSpPr>
            <a:cxnSpLocks/>
            <a:stCxn id="35" idx="2"/>
            <a:endCxn id="161" idx="0"/>
          </p:cNvCxnSpPr>
          <p:nvPr/>
        </p:nvCxnSpPr>
        <p:spPr>
          <a:xfrm rot="16200000" flipH="1">
            <a:off x="5297540" y="1931021"/>
            <a:ext cx="685678" cy="260597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4">
            <a:extLst>
              <a:ext uri="{FF2B5EF4-FFF2-40B4-BE49-F238E27FC236}">
                <a16:creationId xmlns:a16="http://schemas.microsoft.com/office/drawing/2014/main" id="{C76F8C2E-D6DB-DD02-588A-BB7B8D0BD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584205"/>
              </p:ext>
            </p:extLst>
          </p:nvPr>
        </p:nvGraphicFramePr>
        <p:xfrm>
          <a:off x="-181" y="272205"/>
          <a:ext cx="2126406" cy="1005705"/>
        </p:xfrm>
        <a:graphic>
          <a:graphicData uri="http://schemas.openxmlformats.org/drawingml/2006/table">
            <a:tbl>
              <a:tblPr firstRow="1" bandRow="1"/>
              <a:tblGrid>
                <a:gridCol w="1022255">
                  <a:extLst>
                    <a:ext uri="{9D8B030D-6E8A-4147-A177-3AD203B41FA5}">
                      <a16:colId xmlns:a16="http://schemas.microsoft.com/office/drawing/2014/main" val="230851323"/>
                    </a:ext>
                  </a:extLst>
                </a:gridCol>
                <a:gridCol w="1104151">
                  <a:extLst>
                    <a:ext uri="{9D8B030D-6E8A-4147-A177-3AD203B41FA5}">
                      <a16:colId xmlns:a16="http://schemas.microsoft.com/office/drawing/2014/main" val="4112495387"/>
                    </a:ext>
                  </a:extLst>
                </a:gridCol>
              </a:tblGrid>
              <a:tr h="201141">
                <a:tc gridSpan="2">
                  <a:txBody>
                    <a:bodyPr/>
                    <a:lstStyle>
                      <a:lvl1pPr marL="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1pPr>
                      <a:lvl2pPr marL="3429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2pPr>
                      <a:lvl3pPr marL="6858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3pPr>
                      <a:lvl4pPr marL="10287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4pPr>
                      <a:lvl5pPr marL="13716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5pPr>
                      <a:lvl6pPr marL="17145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6pPr>
                      <a:lvl7pPr marL="20574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7pPr>
                      <a:lvl8pPr marL="24003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8pPr>
                      <a:lvl9pPr marL="27432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업무시간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kumimoji="1" lang="ko-KR" altLang="en-US" sz="800" dirty="0">
                          <a:solidFill>
                            <a:srgbClr val="FF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예시</a:t>
                      </a:r>
                      <a:r>
                        <a:rPr kumimoji="1" lang="en-US" altLang="ko-KR" sz="800" dirty="0">
                          <a:solidFill>
                            <a:srgbClr val="FF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57582"/>
                  </a:ext>
                </a:extLst>
              </a:tr>
              <a:tr h="201141"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평일</a:t>
                      </a: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09:00 ~ 18:00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36265"/>
                  </a:ext>
                </a:extLst>
              </a:tr>
              <a:tr h="201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점심시간</a:t>
                      </a: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12:00 ~ 13:00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70901"/>
                  </a:ext>
                </a:extLst>
              </a:tr>
              <a:tr h="201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주말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공휴일</a:t>
                      </a: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휴무</a:t>
                      </a: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454917"/>
                  </a:ext>
                </a:extLst>
              </a:tr>
              <a:tr h="201141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224251"/>
                  </a:ext>
                </a:extLst>
              </a:tr>
            </a:tbl>
          </a:graphicData>
        </a:graphic>
      </p:graphicFrame>
      <p:sp>
        <p:nvSpPr>
          <p:cNvPr id="14" name="Rectangle 294">
            <a:extLst>
              <a:ext uri="{FF2B5EF4-FFF2-40B4-BE49-F238E27FC236}">
                <a16:creationId xmlns:a16="http://schemas.microsoft.com/office/drawing/2014/main" id="{79488AA1-5A2C-03AC-6F4A-8F61C353D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738" y="4260600"/>
            <a:ext cx="1032742" cy="3889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(2-1 Depth)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831AB51-00B3-7107-6345-DA0F37522067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1800109" y="4649517"/>
            <a:ext cx="2573" cy="2663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utoShape 1028">
            <a:extLst>
              <a:ext uri="{FF2B5EF4-FFF2-40B4-BE49-F238E27FC236}">
                <a16:creationId xmlns:a16="http://schemas.microsoft.com/office/drawing/2014/main" id="{BCF40709-8301-1504-057E-76D99AF4F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833" y="4915916"/>
            <a:ext cx="1575697" cy="353194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(A</a:t>
            </a:r>
            <a:r>
              <a:rPr kumimoji="1" lang="ko-KR" altLang="en-US" sz="800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대기큐</a:t>
            </a:r>
            <a:r>
              <a:rPr kumimoji="1"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45" name="Rectangle 30">
            <a:extLst>
              <a:ext uri="{FF2B5EF4-FFF2-40B4-BE49-F238E27FC236}">
                <a16:creationId xmlns:a16="http://schemas.microsoft.com/office/drawing/2014/main" id="{2CE405D4-54A6-EBFE-722E-D7494D766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548" y="5443968"/>
            <a:ext cx="3090445" cy="6388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154579" tIns="35319" rIns="154579" bIns="35319" anchor="ctr">
            <a:noAutofit/>
          </a:bodyPr>
          <a:lstStyle/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상담사 연결 멘트</a:t>
            </a:r>
            <a:endParaRPr kumimoji="1" lang="en-US" altLang="ko-KR" sz="800" b="1" u="sng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산업안전 보건법에 </a:t>
            </a:r>
            <a:r>
              <a:rPr kumimoji="1" lang="ko-KR" altLang="en-US" sz="80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고객응대근로자</a:t>
            </a: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보호조치가 시행됐습니다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보다 나은 상담품질 향상을 위해 통화내용은 녹음됩니다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 </a:t>
            </a:r>
          </a:p>
        </p:txBody>
      </p:sp>
      <p:sp>
        <p:nvSpPr>
          <p:cNvPr id="152" name="Rectangle 294">
            <a:extLst>
              <a:ext uri="{FF2B5EF4-FFF2-40B4-BE49-F238E27FC236}">
                <a16:creationId xmlns:a16="http://schemas.microsoft.com/office/drawing/2014/main" id="{D9E15E00-1E11-E11D-FB2F-7EAD299DD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4077" y="3869297"/>
            <a:ext cx="3090445" cy="630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5596" tIns="35319" rIns="125596" bIns="35319" anchor="ctr">
            <a:noAutofit/>
          </a:bodyPr>
          <a:lstStyle/>
          <a:p>
            <a:pPr defTabSz="1255342" latinLnBrk="0">
              <a:defRPr/>
            </a:pPr>
            <a:r>
              <a:rPr lang="ko-KR" altLang="en-US" sz="800" b="1" u="sng" kern="0" dirty="0">
                <a:latin typeface="맑은 고딕" pitchFamily="50" charset="-127"/>
                <a:ea typeface="맑은 고딕" pitchFamily="50" charset="-127"/>
              </a:rPr>
              <a:t>점심시간 멘트</a:t>
            </a:r>
            <a:endParaRPr lang="en-US" altLang="ko-KR" sz="800" b="1" u="sng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12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시부터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시까지는 점심시간으로 통화가 어렵습니다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defTabSz="1255342" latinLnBrk="0">
              <a:defRPr/>
            </a:pP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점심시간 이후 전화주시면 친절히 안내해드리겠습니다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감사합니다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EB803E7-8B26-D583-6F54-D7311E2D655E}"/>
              </a:ext>
            </a:extLst>
          </p:cNvPr>
          <p:cNvSpPr txBox="1"/>
          <p:nvPr/>
        </p:nvSpPr>
        <p:spPr>
          <a:xfrm>
            <a:off x="11843750" y="2224906"/>
            <a:ext cx="240772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en-US" altLang="ko-KR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</a:t>
            </a:r>
            <a:endParaRPr lang="ko-KR" altLang="en-US" sz="800" u="sng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6DA5770-C7C1-17CC-6E19-08B21B1D8C61}"/>
              </a:ext>
            </a:extLst>
          </p:cNvPr>
          <p:cNvSpPr txBox="1"/>
          <p:nvPr/>
        </p:nvSpPr>
        <p:spPr>
          <a:xfrm>
            <a:off x="4633254" y="2171962"/>
            <a:ext cx="240772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en-US" altLang="ko-KR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1</a:t>
            </a:r>
            <a:endParaRPr lang="ko-KR" altLang="en-US" sz="800" u="sng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98E13281-1F69-D304-72C8-B9043ACE1A1D}"/>
              </a:ext>
            </a:extLst>
          </p:cNvPr>
          <p:cNvSpPr txBox="1"/>
          <p:nvPr/>
        </p:nvSpPr>
        <p:spPr>
          <a:xfrm>
            <a:off x="11697878" y="3871897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74B48472-B6F2-6997-F20E-B686CECFBF69}"/>
              </a:ext>
            </a:extLst>
          </p:cNvPr>
          <p:cNvSpPr txBox="1"/>
          <p:nvPr/>
        </p:nvSpPr>
        <p:spPr>
          <a:xfrm>
            <a:off x="7007568" y="1479959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9EE8D1AA-FBDF-69D8-E9A0-0120238D4BA8}"/>
              </a:ext>
            </a:extLst>
          </p:cNvPr>
          <p:cNvSpPr txBox="1"/>
          <p:nvPr/>
        </p:nvSpPr>
        <p:spPr>
          <a:xfrm>
            <a:off x="11699349" y="5465088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C7ED624-0C14-8055-03ED-03B08E5AEFF3}"/>
              </a:ext>
            </a:extLst>
          </p:cNvPr>
          <p:cNvCxnSpPr>
            <a:cxnSpLocks/>
            <a:stCxn id="134" idx="2"/>
            <a:endCxn id="14" idx="0"/>
          </p:cNvCxnSpPr>
          <p:nvPr/>
        </p:nvCxnSpPr>
        <p:spPr>
          <a:xfrm>
            <a:off x="1800109" y="3829642"/>
            <a:ext cx="0" cy="43095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4">
            <a:extLst>
              <a:ext uri="{FF2B5EF4-FFF2-40B4-BE49-F238E27FC236}">
                <a16:creationId xmlns:a16="http://schemas.microsoft.com/office/drawing/2014/main" id="{1C751ECA-BE1B-44AD-D503-65ED236DE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198" y="4222500"/>
            <a:ext cx="1032742" cy="3889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(2-2 Depth)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886BC66-1A4B-1A8F-895F-939ACF865626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>
            <a:off x="4337569" y="4611417"/>
            <a:ext cx="2573" cy="28163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utoShape 1028">
            <a:extLst>
              <a:ext uri="{FF2B5EF4-FFF2-40B4-BE49-F238E27FC236}">
                <a16:creationId xmlns:a16="http://schemas.microsoft.com/office/drawing/2014/main" id="{2BA34B23-A239-4FF7-59C8-6B6B7B14B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293" y="4893056"/>
            <a:ext cx="1575697" cy="353194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(B</a:t>
            </a:r>
            <a:r>
              <a:rPr kumimoji="1" lang="ko-KR" altLang="en-US" sz="800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대기큐</a:t>
            </a:r>
            <a:r>
              <a:rPr kumimoji="1"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DFA00E6-8E96-23BD-84F6-3E1E09E398F4}"/>
              </a:ext>
            </a:extLst>
          </p:cNvPr>
          <p:cNvCxnSpPr>
            <a:cxnSpLocks/>
            <a:stCxn id="135" idx="2"/>
            <a:endCxn id="30" idx="0"/>
          </p:cNvCxnSpPr>
          <p:nvPr/>
        </p:nvCxnSpPr>
        <p:spPr>
          <a:xfrm flipH="1">
            <a:off x="4337569" y="3829642"/>
            <a:ext cx="6764" cy="39285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94">
            <a:extLst>
              <a:ext uri="{FF2B5EF4-FFF2-40B4-BE49-F238E27FC236}">
                <a16:creationId xmlns:a16="http://schemas.microsoft.com/office/drawing/2014/main" id="{E63585EA-389E-44EC-AF9B-6B6F6C2B9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238" y="4230120"/>
            <a:ext cx="1032742" cy="3889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(2-3 Depth)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44E1AA8-3CD8-61C7-B536-C75C9EF99CB7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>
            <a:off x="6943609" y="4619037"/>
            <a:ext cx="2573" cy="28163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utoShape 1028">
            <a:extLst>
              <a:ext uri="{FF2B5EF4-FFF2-40B4-BE49-F238E27FC236}">
                <a16:creationId xmlns:a16="http://schemas.microsoft.com/office/drawing/2014/main" id="{90A9099D-4946-D65F-E5A9-3C700D408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333" y="4900676"/>
            <a:ext cx="1575697" cy="353194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(C</a:t>
            </a:r>
            <a:r>
              <a:rPr kumimoji="1" lang="ko-KR" altLang="en-US" sz="800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대기큐</a:t>
            </a:r>
            <a:r>
              <a:rPr kumimoji="1"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4D5E83F-DFD6-074A-4467-881E086F6F0A}"/>
              </a:ext>
            </a:extLst>
          </p:cNvPr>
          <p:cNvCxnSpPr>
            <a:cxnSpLocks/>
            <a:stCxn id="161" idx="2"/>
            <a:endCxn id="37" idx="0"/>
          </p:cNvCxnSpPr>
          <p:nvPr/>
        </p:nvCxnSpPr>
        <p:spPr>
          <a:xfrm>
            <a:off x="6943369" y="3843250"/>
            <a:ext cx="240" cy="38687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0">
            <a:extLst>
              <a:ext uri="{FF2B5EF4-FFF2-40B4-BE49-F238E27FC236}">
                <a16:creationId xmlns:a16="http://schemas.microsoft.com/office/drawing/2014/main" id="{68CFE794-4EF9-50EF-8A6D-9EB5C4260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9239" y="1600173"/>
            <a:ext cx="3090445" cy="4047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인사말</a:t>
            </a:r>
            <a:endParaRPr kumimoji="1" lang="en-US" altLang="ko-KR" sz="800" b="1" u="sng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defTabSz="897118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안녕하세요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. </a:t>
            </a:r>
            <a:r>
              <a:rPr kumimoji="1" lang="ko-KR" altLang="en-US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매트릭스 클라우드 입니다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kumimoji="1" lang="ko-KR" altLang="en-US" sz="800" dirty="0">
              <a:solidFill>
                <a:prstClr val="black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9E7C2-9232-8521-30A5-3D3D4575312C}"/>
              </a:ext>
            </a:extLst>
          </p:cNvPr>
          <p:cNvSpPr txBox="1"/>
          <p:nvPr/>
        </p:nvSpPr>
        <p:spPr>
          <a:xfrm>
            <a:off x="5947663" y="1110631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7066B-4B65-2108-99D5-5111D6440B22}"/>
              </a:ext>
            </a:extLst>
          </p:cNvPr>
          <p:cNvSpPr txBox="1"/>
          <p:nvPr/>
        </p:nvSpPr>
        <p:spPr>
          <a:xfrm>
            <a:off x="11718330" y="1592892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9" name="Rectangle 294">
            <a:extLst>
              <a:ext uri="{FF2B5EF4-FFF2-40B4-BE49-F238E27FC236}">
                <a16:creationId xmlns:a16="http://schemas.microsoft.com/office/drawing/2014/main" id="{AE25E29E-ECF3-593C-87CD-3600875A2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0024" y="2042038"/>
            <a:ext cx="1410823" cy="2507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77290" rIns="154579" bIns="77290" anchor="ctr">
            <a:noAutofit/>
          </a:bodyPr>
          <a:lstStyle/>
          <a:p>
            <a:pPr algn="ctr" defTabSz="15450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업무 외 시간 멘트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90626-21EB-EAFA-F2B1-7E75E2E427D0}"/>
              </a:ext>
            </a:extLst>
          </p:cNvPr>
          <p:cNvSpPr txBox="1"/>
          <p:nvPr/>
        </p:nvSpPr>
        <p:spPr>
          <a:xfrm>
            <a:off x="7016531" y="2050658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E96A523-7E49-016B-F017-F99182476EDB}"/>
              </a:ext>
            </a:extLst>
          </p:cNvPr>
          <p:cNvCxnSpPr>
            <a:cxnSpLocks/>
            <a:stCxn id="50" idx="3"/>
            <a:endCxn id="9" idx="1"/>
          </p:cNvCxnSpPr>
          <p:nvPr/>
        </p:nvCxnSpPr>
        <p:spPr bwMode="auto">
          <a:xfrm>
            <a:off x="4867182" y="1864242"/>
            <a:ext cx="1082842" cy="303180"/>
          </a:xfrm>
          <a:prstGeom prst="straightConnector1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 type="triangle"/>
          </a:ln>
        </p:spPr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5F5F44-4217-5867-0017-DE8EB1A4AEE7}"/>
              </a:ext>
            </a:extLst>
          </p:cNvPr>
          <p:cNvSpPr/>
          <p:nvPr/>
        </p:nvSpPr>
        <p:spPr>
          <a:xfrm>
            <a:off x="5281195" y="2088202"/>
            <a:ext cx="71409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7118" latinLnBrk="0">
              <a:defRPr/>
            </a:pPr>
            <a:r>
              <a:rPr lang="ko-KR" altLang="en-US" sz="800" kern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업무외시간</a:t>
            </a:r>
            <a:endParaRPr lang="en-US" altLang="ko-KR" sz="800" kern="0" dirty="0">
              <a:solidFill>
                <a:sysClr val="windowText" lastClr="00000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24" name="Rectangle 294">
            <a:extLst>
              <a:ext uri="{FF2B5EF4-FFF2-40B4-BE49-F238E27FC236}">
                <a16:creationId xmlns:a16="http://schemas.microsoft.com/office/drawing/2014/main" id="{FD498A0C-B153-F294-6644-8ED6DB52C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2489" y="4646912"/>
            <a:ext cx="3090445" cy="630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5596" tIns="35319" rIns="125596" bIns="35319" anchor="ctr">
            <a:noAutofit/>
          </a:bodyPr>
          <a:lstStyle/>
          <a:p>
            <a:pPr defTabSz="1255342" latinLnBrk="0">
              <a:defRPr/>
            </a:pPr>
            <a:r>
              <a:rPr lang="ko-KR" altLang="en-US" sz="800" b="1" u="sng" kern="0" dirty="0" err="1">
                <a:latin typeface="맑은 고딕" pitchFamily="50" charset="-127"/>
                <a:ea typeface="맑은 고딕" pitchFamily="50" charset="-127"/>
              </a:rPr>
              <a:t>업무외시간</a:t>
            </a:r>
            <a:r>
              <a:rPr lang="ko-KR" altLang="en-US" sz="800" b="1" u="sng" kern="0" dirty="0">
                <a:latin typeface="맑은 고딕" pitchFamily="50" charset="-127"/>
                <a:ea typeface="맑은 고딕" pitchFamily="50" charset="-127"/>
              </a:rPr>
              <a:t> 멘트</a:t>
            </a:r>
            <a:endParaRPr lang="en-US" altLang="ko-KR" sz="800" b="1" u="sng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영업시간은 오전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시부터 우후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6</a:t>
            </a:r>
            <a:r>
              <a:rPr lang="ko-KR" altLang="en-US" sz="800" kern="0" dirty="0" err="1">
                <a:latin typeface="맑은 고딕" pitchFamily="50" charset="-127"/>
                <a:ea typeface="맑은 고딕" pitchFamily="50" charset="-127"/>
              </a:rPr>
              <a:t>시까지입니다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800" kern="0" dirty="0" err="1"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순차적으로 </a:t>
            </a:r>
            <a:r>
              <a:rPr lang="ko-KR" altLang="en-US" sz="800" kern="0" dirty="0" err="1">
                <a:latin typeface="맑은 고딕" pitchFamily="50" charset="-127"/>
                <a:ea typeface="맑은 고딕" pitchFamily="50" charset="-127"/>
              </a:rPr>
              <a:t>연락드리겠습니다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감사합니다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3090EA-EFD2-4F35-E815-2EDCE4E11CB1}"/>
              </a:ext>
            </a:extLst>
          </p:cNvPr>
          <p:cNvSpPr txBox="1"/>
          <p:nvPr/>
        </p:nvSpPr>
        <p:spPr>
          <a:xfrm>
            <a:off x="11713040" y="4634443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graphicFrame>
        <p:nvGraphicFramePr>
          <p:cNvPr id="27" name="표 14">
            <a:extLst>
              <a:ext uri="{FF2B5EF4-FFF2-40B4-BE49-F238E27FC236}">
                <a16:creationId xmlns:a16="http://schemas.microsoft.com/office/drawing/2014/main" id="{2946FE7E-D82E-E42B-4D7B-1A546DE6F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993552"/>
              </p:ext>
            </p:extLst>
          </p:nvPr>
        </p:nvGraphicFramePr>
        <p:xfrm>
          <a:off x="9083240" y="64830"/>
          <a:ext cx="3062724" cy="1142514"/>
        </p:xfrm>
        <a:graphic>
          <a:graphicData uri="http://schemas.openxmlformats.org/drawingml/2006/table">
            <a:tbl>
              <a:tblPr firstRow="1" bandRow="1"/>
              <a:tblGrid>
                <a:gridCol w="1472382">
                  <a:extLst>
                    <a:ext uri="{9D8B030D-6E8A-4147-A177-3AD203B41FA5}">
                      <a16:colId xmlns:a16="http://schemas.microsoft.com/office/drawing/2014/main" val="230851323"/>
                    </a:ext>
                  </a:extLst>
                </a:gridCol>
                <a:gridCol w="1590342">
                  <a:extLst>
                    <a:ext uri="{9D8B030D-6E8A-4147-A177-3AD203B41FA5}">
                      <a16:colId xmlns:a16="http://schemas.microsoft.com/office/drawing/2014/main" val="4112495387"/>
                    </a:ext>
                  </a:extLst>
                </a:gridCol>
              </a:tblGrid>
              <a:tr h="165076">
                <a:tc gridSpan="2">
                  <a:txBody>
                    <a:bodyPr/>
                    <a:lstStyle>
                      <a:lvl1pPr marL="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1pPr>
                      <a:lvl2pPr marL="3429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2pPr>
                      <a:lvl3pPr marL="6858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3pPr>
                      <a:lvl4pPr marL="10287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4pPr>
                      <a:lvl5pPr marL="13716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5pPr>
                      <a:lvl6pPr marL="17145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6pPr>
                      <a:lvl7pPr marL="20574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7pPr>
                      <a:lvl8pPr marL="24003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8pPr>
                      <a:lvl9pPr marL="2743200" algn="l" defTabSz="685800" rtl="0" eaLnBrk="1" latinLnBrk="1" hangingPunct="1">
                        <a:defRPr sz="1350" b="1" kern="1200">
                          <a:solidFill>
                            <a:schemeClr val="lt1"/>
                          </a:solidFill>
                          <a:latin typeface="Futura Md"/>
                          <a:ea typeface="가는각진제목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대기큐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스킬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연결구성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kumimoji="1" lang="ko-KR" altLang="en-US" sz="800" dirty="0">
                          <a:solidFill>
                            <a:srgbClr val="FF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예시</a:t>
                      </a:r>
                      <a:r>
                        <a:rPr kumimoji="1" lang="en-US" altLang="ko-KR" sz="800" dirty="0">
                          <a:solidFill>
                            <a:srgbClr val="FF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57582"/>
                  </a:ext>
                </a:extLst>
              </a:tr>
              <a:tr h="222306"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메뉴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번</a:t>
                      </a: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dk1"/>
                          </a:solidFill>
                          <a:latin typeface="Futura Md"/>
                          <a:ea typeface="가는각진제목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700" strike="noStrik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A</a:t>
                      </a:r>
                      <a:r>
                        <a:rPr lang="ko-KR" altLang="en-US" sz="700" strike="noStrik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대기큐</a:t>
                      </a:r>
                      <a:endParaRPr lang="en-US" altLang="ko-KR" sz="700" strike="noStrik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36265"/>
                  </a:ext>
                </a:extLst>
              </a:tr>
              <a:tr h="1825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메뉴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번</a:t>
                      </a: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trike="noStrik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B</a:t>
                      </a:r>
                      <a:r>
                        <a:rPr lang="ko-KR" altLang="en-US" sz="700" strike="noStrik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대기큐</a:t>
                      </a:r>
                      <a:endParaRPr lang="en-US" altLang="ko-KR" sz="700" strike="noStrik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9158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메뉴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번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strike="noStrik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C</a:t>
                      </a:r>
                      <a:r>
                        <a:rPr lang="ko-KR" altLang="en-US" sz="700" strike="noStrik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대기큐</a:t>
                      </a:r>
                      <a:endParaRPr lang="ko-KR" altLang="en-US" sz="700" strike="noStrik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99323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trike="noStrik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30198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trike="noStrik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5319" marR="35319" marT="35319" marB="3531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192915"/>
                  </a:ext>
                </a:extLst>
              </a:tr>
            </a:tbl>
          </a:graphicData>
        </a:graphic>
      </p:graphicFrame>
      <p:sp>
        <p:nvSpPr>
          <p:cNvPr id="10" name="Rectangle 294">
            <a:extLst>
              <a:ext uri="{FF2B5EF4-FFF2-40B4-BE49-F238E27FC236}">
                <a16:creationId xmlns:a16="http://schemas.microsoft.com/office/drawing/2014/main" id="{5A6DBE38-77FC-6AFB-29BE-BE6821ED9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186" y="1718586"/>
            <a:ext cx="1410823" cy="2507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77290" rIns="154579" bIns="77290" anchor="ctr">
            <a:noAutofit/>
          </a:bodyPr>
          <a:lstStyle/>
          <a:p>
            <a:pPr algn="ctr" defTabSz="15450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비상 시나리오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F226F69-7DEC-72E4-0C68-22DADEC86195}"/>
              </a:ext>
            </a:extLst>
          </p:cNvPr>
          <p:cNvCxnSpPr>
            <a:cxnSpLocks/>
            <a:stCxn id="50" idx="1"/>
            <a:endCxn id="10" idx="3"/>
          </p:cNvCxnSpPr>
          <p:nvPr/>
        </p:nvCxnSpPr>
        <p:spPr bwMode="auto">
          <a:xfrm flipH="1" flipV="1">
            <a:off x="2639009" y="1843970"/>
            <a:ext cx="1168592" cy="20272"/>
          </a:xfrm>
          <a:prstGeom prst="straightConnector1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 type="triangle"/>
          </a:ln>
        </p:spPr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1F37AF-CA17-C1B9-AD3B-A33121453586}"/>
              </a:ext>
            </a:extLst>
          </p:cNvPr>
          <p:cNvSpPr/>
          <p:nvPr/>
        </p:nvSpPr>
        <p:spPr>
          <a:xfrm>
            <a:off x="3004861" y="1657604"/>
            <a:ext cx="66408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7118" latinLnBrk="0">
              <a:defRPr/>
            </a:pPr>
            <a:r>
              <a:rPr lang="ko-KR" altLang="en-US" sz="800" kern="0" dirty="0">
                <a:solidFill>
                  <a:sysClr val="windowText" lastClr="00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비상시</a:t>
            </a:r>
            <a:endParaRPr lang="en-US" altLang="ko-KR" sz="800" kern="0" dirty="0">
              <a:solidFill>
                <a:sysClr val="windowText" lastClr="000000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87CC4B-5952-0226-27A0-0E33781D42E3}"/>
              </a:ext>
            </a:extLst>
          </p:cNvPr>
          <p:cNvSpPr txBox="1"/>
          <p:nvPr/>
        </p:nvSpPr>
        <p:spPr>
          <a:xfrm>
            <a:off x="8994076" y="1314310"/>
            <a:ext cx="305219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en-US" altLang="ko-KR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Professional </a:t>
            </a:r>
            <a:r>
              <a:rPr kumimoji="1" lang="ko-KR" altLang="en-US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플랜 이상부터는 </a:t>
            </a:r>
            <a:r>
              <a:rPr kumimoji="1" lang="en-US" altLang="ko-KR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3Depth </a:t>
            </a:r>
            <a:r>
              <a:rPr kumimoji="1" lang="ko-KR" altLang="en-US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이상</a:t>
            </a:r>
            <a:r>
              <a:rPr kumimoji="1" lang="en-US" altLang="ko-KR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, </a:t>
            </a:r>
            <a:r>
              <a:rPr kumimoji="1" lang="ko-KR" altLang="en-US" sz="800" dirty="0" err="1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콜백</a:t>
            </a:r>
            <a:r>
              <a:rPr kumimoji="1" lang="ko-KR" altLang="en-US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사용 가능</a:t>
            </a:r>
          </a:p>
        </p:txBody>
      </p:sp>
      <p:sp>
        <p:nvSpPr>
          <p:cNvPr id="35" name="Rectangle 294">
            <a:extLst>
              <a:ext uri="{FF2B5EF4-FFF2-40B4-BE49-F238E27FC236}">
                <a16:creationId xmlns:a16="http://schemas.microsoft.com/office/drawing/2014/main" id="{5621FF5F-A1AF-35F4-B479-AE376C95A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7599" y="2640404"/>
            <a:ext cx="1059581" cy="2507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77290" rIns="154579" bIns="77290" anchor="ctr">
            <a:noAutofit/>
          </a:bodyPr>
          <a:lstStyle/>
          <a:p>
            <a:pPr algn="ctr" defTabSz="15450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(1 Depth)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8DA1D6C-96FC-71AC-7A82-91C257FC761F}"/>
              </a:ext>
            </a:extLst>
          </p:cNvPr>
          <p:cNvCxnSpPr>
            <a:cxnSpLocks/>
            <a:stCxn id="50" idx="2"/>
            <a:endCxn id="127" idx="0"/>
          </p:cNvCxnSpPr>
          <p:nvPr/>
        </p:nvCxnSpPr>
        <p:spPr bwMode="auto">
          <a:xfrm flipH="1">
            <a:off x="4337391" y="2008406"/>
            <a:ext cx="1" cy="155555"/>
          </a:xfrm>
          <a:prstGeom prst="straightConnector1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 type="triangle"/>
          </a:ln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F72234E-F16A-0476-80CE-05F363A76FC6}"/>
              </a:ext>
            </a:extLst>
          </p:cNvPr>
          <p:cNvCxnSpPr>
            <a:cxnSpLocks/>
            <a:stCxn id="127" idx="2"/>
            <a:endCxn id="35" idx="0"/>
          </p:cNvCxnSpPr>
          <p:nvPr/>
        </p:nvCxnSpPr>
        <p:spPr bwMode="auto">
          <a:xfrm flipH="1">
            <a:off x="4337390" y="2414729"/>
            <a:ext cx="1" cy="225675"/>
          </a:xfrm>
          <a:prstGeom prst="straightConnector1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 type="triangle"/>
          </a:ln>
        </p:spPr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712718D-BAA2-EF5A-DF94-BAC591E4B83E}"/>
              </a:ext>
            </a:extLst>
          </p:cNvPr>
          <p:cNvCxnSpPr>
            <a:cxnSpLocks/>
            <a:stCxn id="48" idx="2"/>
            <a:endCxn id="47" idx="0"/>
          </p:cNvCxnSpPr>
          <p:nvPr/>
        </p:nvCxnSpPr>
        <p:spPr bwMode="auto">
          <a:xfrm flipH="1">
            <a:off x="4326865" y="720268"/>
            <a:ext cx="3554" cy="389244"/>
          </a:xfrm>
          <a:prstGeom prst="straightConnector1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 type="triangle"/>
          </a:ln>
        </p:spPr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45796C3-6C37-A395-F63D-5BE5BCBA8364}"/>
              </a:ext>
            </a:extLst>
          </p:cNvPr>
          <p:cNvCxnSpPr>
            <a:cxnSpLocks/>
            <a:stCxn id="47" idx="2"/>
            <a:endCxn id="50" idx="0"/>
          </p:cNvCxnSpPr>
          <p:nvPr/>
        </p:nvCxnSpPr>
        <p:spPr bwMode="auto">
          <a:xfrm>
            <a:off x="4326865" y="1360280"/>
            <a:ext cx="10527" cy="359798"/>
          </a:xfrm>
          <a:prstGeom prst="straightConnector1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387068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28">
            <a:extLst>
              <a:ext uri="{FF2B5EF4-FFF2-40B4-BE49-F238E27FC236}">
                <a16:creationId xmlns:a16="http://schemas.microsoft.com/office/drawing/2014/main" id="{E86C244F-B856-AF72-2D7E-21496C04C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652" y="884965"/>
            <a:ext cx="1575448" cy="353450"/>
          </a:xfrm>
          <a:prstGeom prst="flowChartAlternateProcess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ko-KR" altLang="en-US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메뉴 </a:t>
            </a:r>
            <a:r>
              <a:rPr lang="en-US" altLang="ko-KR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번 문의</a:t>
            </a:r>
            <a:endParaRPr lang="en-US" altLang="ko-KR" sz="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301">
            <a:extLst>
              <a:ext uri="{FF2B5EF4-FFF2-40B4-BE49-F238E27FC236}">
                <a16:creationId xmlns:a16="http://schemas.microsoft.com/office/drawing/2014/main" id="{2A4A2B6B-D5E8-DF87-DBA3-8E20645D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978" y="1518721"/>
            <a:ext cx="4222769" cy="6192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5596" tIns="62798" rIns="125596" bIns="62798" anchor="ctr">
            <a:spAutoFit/>
          </a:bodyPr>
          <a:lstStyle/>
          <a:p>
            <a:pPr defTabSz="897118" latinLnBrk="0"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[Main </a:t>
            </a:r>
            <a:r>
              <a:rPr lang="en-US" altLang="ko-KR" sz="800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Ment</a:t>
            </a:r>
            <a:r>
              <a:rPr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defTabSz="897118" latinLnBrk="0">
              <a:defRPr/>
            </a:pP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 </a:t>
            </a:r>
            <a:r>
              <a:rPr kumimoji="1"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문의 입니다</a:t>
            </a:r>
            <a:r>
              <a:rPr kumimoji="1"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en-US" altLang="ko-KR" sz="8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897118" latinLnBrk="0">
              <a:defRPr/>
            </a:pP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번을 눌러주세요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다시 듣고 싶으시면 별표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전단계로 돌아가시려면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을 눌러 주세요</a:t>
            </a:r>
            <a:endParaRPr lang="en-US" altLang="ko-KR" sz="800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01AB3056-DECC-569A-C577-69DAB0BF7247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4203376" y="1238415"/>
            <a:ext cx="5987" cy="280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CCCD6AF0-2D45-B7EB-1807-CDC2CC69A48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209362" y="2137986"/>
            <a:ext cx="1" cy="316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3FAAAF-4AC8-ACED-AB91-853603B0D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269597"/>
              </p:ext>
            </p:extLst>
          </p:nvPr>
        </p:nvGraphicFramePr>
        <p:xfrm>
          <a:off x="206416" y="198424"/>
          <a:ext cx="11757723" cy="266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84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Status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en-US" altLang="ko-KR" sz="800" kern="0" dirty="0">
                          <a:solidFill>
                            <a:prstClr val="black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2-1 Depth</a:t>
                      </a:r>
                      <a:endParaRPr lang="ko-KR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인입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경로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대표번호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(0000-0000)</a:t>
                      </a:r>
                      <a:endParaRPr lang="ko-KR" altLang="ko-KR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+mn-ea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메뉴 경로</a:t>
                      </a:r>
                      <a:endParaRPr lang="ko-KR" alt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Main &gt; 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메뉴 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번</a:t>
                      </a: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AutoShape 333">
            <a:extLst>
              <a:ext uri="{FF2B5EF4-FFF2-40B4-BE49-F238E27FC236}">
                <a16:creationId xmlns:a16="http://schemas.microsoft.com/office/drawing/2014/main" id="{E16CA8FA-2492-2DB5-3EDC-6D8B3419B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53" y="3940564"/>
            <a:ext cx="1458648" cy="355675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70639" tIns="35319" rIns="70639" bIns="35319" anchor="ctr">
            <a:spAutoFit/>
          </a:bodyPr>
          <a:lstStyle/>
          <a:p>
            <a:pPr algn="ctr" defTabSz="1255342" latinLnBrk="0">
              <a:defRPr/>
            </a:pP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상담사 체크</a:t>
            </a:r>
            <a:endParaRPr lang="en-US" altLang="ko-KR" sz="7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AutoShape 1028">
            <a:extLst>
              <a:ext uri="{FF2B5EF4-FFF2-40B4-BE49-F238E27FC236}">
                <a16:creationId xmlns:a16="http://schemas.microsoft.com/office/drawing/2014/main" id="{2B01DC76-BE1A-8448-0A2D-D7528922F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176" y="3321278"/>
            <a:ext cx="1085003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(1-1)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1B23D25-3A05-D1AD-2A65-3B48366628C6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rot="5400000">
            <a:off x="2253375" y="1365290"/>
            <a:ext cx="1183292" cy="272868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D1E8D96-DD85-F558-0425-33F21D5C42DE}"/>
              </a:ext>
            </a:extLst>
          </p:cNvPr>
          <p:cNvSpPr txBox="1"/>
          <p:nvPr/>
        </p:nvSpPr>
        <p:spPr>
          <a:xfrm>
            <a:off x="9004206" y="3918347"/>
            <a:ext cx="1152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|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연결실패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D8648C-81B3-8504-6789-E99A26EB5A6F}"/>
              </a:ext>
            </a:extLst>
          </p:cNvPr>
          <p:cNvSpPr txBox="1"/>
          <p:nvPr/>
        </p:nvSpPr>
        <p:spPr>
          <a:xfrm>
            <a:off x="9039309" y="4173942"/>
            <a:ext cx="3050776" cy="1077218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ko-KR" altLang="en-US" sz="700" dirty="0">
              <a:latin typeface="가는 각진"/>
              <a:ea typeface="가는각진제목체" pitchFamily="18" charset="-127"/>
            </a:endParaRPr>
          </a:p>
        </p:txBody>
      </p:sp>
      <p:sp>
        <p:nvSpPr>
          <p:cNvPr id="30" name="Rectangle 294">
            <a:extLst>
              <a:ext uri="{FF2B5EF4-FFF2-40B4-BE49-F238E27FC236}">
                <a16:creationId xmlns:a16="http://schemas.microsoft.com/office/drawing/2014/main" id="{60A88C2D-7D7C-EDC3-8173-38D307164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206" y="503270"/>
            <a:ext cx="3090445" cy="7563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5596" tIns="35319" rIns="125596" bIns="35319" anchor="ctr">
            <a:noAutofit/>
          </a:bodyPr>
          <a:lstStyle/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상담사 연결 멘트</a:t>
            </a:r>
            <a:endParaRPr kumimoji="1" lang="en-US" altLang="ko-KR" sz="800" b="1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kumimoji="1" lang="en-US" altLang="ko-KR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$OOO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문의입니다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산업안전 보건법에 </a:t>
            </a:r>
            <a:r>
              <a:rPr kumimoji="1" lang="ko-KR" altLang="en-US" sz="80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고객응대근로자</a:t>
            </a: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보호조치가 시행됐습니다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보다 나은 상담품질 향상을 위해 통화내용은 녹음됩니다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F88E92-D538-9A73-FE37-E30AEDD6ED95}"/>
              </a:ext>
            </a:extLst>
          </p:cNvPr>
          <p:cNvSpPr txBox="1"/>
          <p:nvPr/>
        </p:nvSpPr>
        <p:spPr>
          <a:xfrm>
            <a:off x="11715021" y="508292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35" name="AutoShape 1028">
            <a:extLst>
              <a:ext uri="{FF2B5EF4-FFF2-40B4-BE49-F238E27FC236}">
                <a16:creationId xmlns:a16="http://schemas.microsoft.com/office/drawing/2014/main" id="{43E899C6-0941-78D1-D12F-E621196B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97" y="3312165"/>
            <a:ext cx="1237342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(1-2)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8AB3197F-ECEF-5385-AC95-D89AEAC69302}"/>
              </a:ext>
            </a:extLst>
          </p:cNvPr>
          <p:cNvCxnSpPr>
            <a:cxnSpLocks/>
            <a:endCxn id="35" idx="0"/>
          </p:cNvCxnSpPr>
          <p:nvPr/>
        </p:nvCxnSpPr>
        <p:spPr>
          <a:xfrm rot="5400000">
            <a:off x="3639250" y="2746546"/>
            <a:ext cx="1131238" cy="1"/>
          </a:xfrm>
          <a:prstGeom prst="bentConnector3">
            <a:avLst>
              <a:gd name="adj1" fmla="val 58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1028">
            <a:extLst>
              <a:ext uri="{FF2B5EF4-FFF2-40B4-BE49-F238E27FC236}">
                <a16:creationId xmlns:a16="http://schemas.microsoft.com/office/drawing/2014/main" id="{A4D18F2D-279B-1A03-80A4-A76E56DBE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678" y="3312165"/>
            <a:ext cx="1237342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(1-3)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58DF6404-8A0F-4E5A-10E8-D09FFFFD4CE8}"/>
              </a:ext>
            </a:extLst>
          </p:cNvPr>
          <p:cNvCxnSpPr>
            <a:cxnSpLocks/>
            <a:stCxn id="5" idx="2"/>
            <a:endCxn id="59" idx="0"/>
          </p:cNvCxnSpPr>
          <p:nvPr/>
        </p:nvCxnSpPr>
        <p:spPr>
          <a:xfrm rot="16200000" flipH="1">
            <a:off x="5098267" y="1249082"/>
            <a:ext cx="1174179" cy="295198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AutoShape 1028">
            <a:extLst>
              <a:ext uri="{FF2B5EF4-FFF2-40B4-BE49-F238E27FC236}">
                <a16:creationId xmlns:a16="http://schemas.microsoft.com/office/drawing/2014/main" id="{A6985B48-762D-F3B7-6B19-DDAC78CF0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0363" y="5287724"/>
            <a:ext cx="1069231" cy="34973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latinLnBrk="0"/>
            <a:r>
              <a:rPr lang="en-US" altLang="ko-KR" sz="800" b="1" kern="0" dirty="0">
                <a:latin typeface="맑은 고딕" pitchFamily="50" charset="-127"/>
                <a:ea typeface="맑은 고딕" pitchFamily="50" charset="-127"/>
              </a:rPr>
              <a:t>IVR Transfer</a:t>
            </a:r>
          </a:p>
          <a:p>
            <a:pPr algn="ctr" latinLnBrk="0"/>
            <a:r>
              <a:rPr lang="en-US" altLang="ko-KR" sz="800" b="1" kern="0" dirty="0">
                <a:latin typeface="맑은 고딕" pitchFamily="50" charset="-127"/>
                <a:ea typeface="맑은 고딕" pitchFamily="50" charset="-127"/>
              </a:rPr>
              <a:t>(02-000-0000)</a:t>
            </a:r>
          </a:p>
        </p:txBody>
      </p:sp>
      <p:sp>
        <p:nvSpPr>
          <p:cNvPr id="81" name="AutoShape 1028">
            <a:extLst>
              <a:ext uri="{FF2B5EF4-FFF2-40B4-BE49-F238E27FC236}">
                <a16:creationId xmlns:a16="http://schemas.microsoft.com/office/drawing/2014/main" id="{803FB118-DB9E-FFBE-0BD0-F38F62E3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98" y="5817101"/>
            <a:ext cx="882984" cy="353194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영업지원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51C4CC05-1836-9201-BFC4-8B67D387F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232" y="2170418"/>
            <a:ext cx="3090445" cy="7074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1255342" latinLnBrk="0">
              <a:defRPr/>
            </a:pPr>
            <a:endParaRPr lang="en-US" altLang="ko-KR" sz="800" u="sng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연결실패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멘트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_2</a:t>
            </a:r>
          </a:p>
          <a:p>
            <a:pPr defTabSz="1255342" latinLnBrk="0"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900" kern="0" dirty="0">
                <a:latin typeface="맑은 고딕" pitchFamily="50" charset="-127"/>
              </a:rPr>
              <a:t>죄송합니다</a:t>
            </a:r>
            <a:r>
              <a:rPr lang="en-US" altLang="ko-KR" sz="900" kern="0" dirty="0">
                <a:latin typeface="맑은 고딕" pitchFamily="50" charset="-127"/>
              </a:rPr>
              <a:t>. </a:t>
            </a:r>
            <a:r>
              <a:rPr lang="ko-KR" altLang="en-US" sz="900" kern="0" dirty="0">
                <a:latin typeface="맑은 고딕" pitchFamily="50" charset="-127"/>
              </a:rPr>
              <a:t>지금은 상담이 가능한 상담사가 없습니다</a:t>
            </a:r>
            <a:r>
              <a:rPr lang="en-US" altLang="ko-KR" sz="900" kern="0" dirty="0">
                <a:latin typeface="맑은 고딕" pitchFamily="50" charset="-127"/>
              </a:rPr>
              <a:t>.</a:t>
            </a:r>
          </a:p>
          <a:p>
            <a:pPr defTabSz="1255342" latinLnBrk="0">
              <a:defRPr/>
            </a:pP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 순차적으로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연락드리겠습니다</a:t>
            </a:r>
            <a:endParaRPr kumimoji="1" lang="ko-KR" altLang="en-US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BD02DC9-5925-B995-18C0-56CFCF16DA92}"/>
              </a:ext>
            </a:extLst>
          </p:cNvPr>
          <p:cNvCxnSpPr>
            <a:cxnSpLocks/>
            <a:stCxn id="23" idx="2"/>
            <a:endCxn id="15" idx="0"/>
          </p:cNvCxnSpPr>
          <p:nvPr/>
        </p:nvCxnSpPr>
        <p:spPr>
          <a:xfrm rot="16200000" flipH="1">
            <a:off x="1516730" y="4260185"/>
            <a:ext cx="541625" cy="61373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0AD5EEB-3EF1-E9D4-248F-38C33DAB7D64}"/>
              </a:ext>
            </a:extLst>
          </p:cNvPr>
          <p:cNvCxnSpPr>
            <a:cxnSpLocks/>
            <a:stCxn id="23" idx="2"/>
            <a:endCxn id="17" idx="0"/>
          </p:cNvCxnSpPr>
          <p:nvPr/>
        </p:nvCxnSpPr>
        <p:spPr>
          <a:xfrm rot="5400000">
            <a:off x="903032" y="4255610"/>
            <a:ext cx="537016" cy="618275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94">
            <a:extLst>
              <a:ext uri="{FF2B5EF4-FFF2-40B4-BE49-F238E27FC236}">
                <a16:creationId xmlns:a16="http://schemas.microsoft.com/office/drawing/2014/main" id="{C8F24B7A-755B-1691-928A-654B89799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091" y="4837864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_1</a:t>
            </a:r>
          </a:p>
        </p:txBody>
      </p:sp>
      <p:sp>
        <p:nvSpPr>
          <p:cNvPr id="16" name="AutoShape 1028">
            <a:extLst>
              <a:ext uri="{FF2B5EF4-FFF2-40B4-BE49-F238E27FC236}">
                <a16:creationId xmlns:a16="http://schemas.microsoft.com/office/drawing/2014/main" id="{1740D780-50B2-2A70-A4C6-4DAF8DEF4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121" y="6073574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kumimoji="1"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콜백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7" name="Rectangle 294">
            <a:extLst>
              <a:ext uri="{FF2B5EF4-FFF2-40B4-BE49-F238E27FC236}">
                <a16:creationId xmlns:a16="http://schemas.microsoft.com/office/drawing/2014/main" id="{3DEB63E2-7839-D36C-720D-DC1C3D0BF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48" y="4833255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 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B770C8-A6BB-A773-A00F-CDA6F46A2B25}"/>
              </a:ext>
            </a:extLst>
          </p:cNvPr>
          <p:cNvSpPr txBox="1"/>
          <p:nvPr/>
        </p:nvSpPr>
        <p:spPr>
          <a:xfrm>
            <a:off x="344099" y="5877301"/>
            <a:ext cx="59358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9662E3-14D1-47AF-0D9D-67FC1AA7D0C0}"/>
              </a:ext>
            </a:extLst>
          </p:cNvPr>
          <p:cNvSpPr txBox="1"/>
          <p:nvPr/>
        </p:nvSpPr>
        <p:spPr>
          <a:xfrm>
            <a:off x="533113" y="4362249"/>
            <a:ext cx="9964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대기상담원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O</a:t>
            </a:r>
            <a:endParaRPr kumimoji="1" lang="ko-KR" altLang="en-US" sz="80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6AC559E-CE43-5BB2-094D-1F66729B24F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2094408" y="5085469"/>
            <a:ext cx="0" cy="98810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D17EC92-ED42-6946-2D85-7348B13C5E96}"/>
              </a:ext>
            </a:extLst>
          </p:cNvPr>
          <p:cNvCxnSpPr>
            <a:cxnSpLocks/>
            <a:stCxn id="17" idx="2"/>
            <a:endCxn id="29" idx="0"/>
          </p:cNvCxnSpPr>
          <p:nvPr/>
        </p:nvCxnSpPr>
        <p:spPr>
          <a:xfrm>
            <a:off x="862402" y="5080860"/>
            <a:ext cx="0" cy="38732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28">
            <a:extLst>
              <a:ext uri="{FF2B5EF4-FFF2-40B4-BE49-F238E27FC236}">
                <a16:creationId xmlns:a16="http://schemas.microsoft.com/office/drawing/2014/main" id="{DB3E80AF-2E7B-E96A-93DB-0433F7273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10" y="5468183"/>
            <a:ext cx="882984" cy="353194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영업지원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412348D-C142-7780-2AD6-BBD72DFEE73E}"/>
              </a:ext>
            </a:extLst>
          </p:cNvPr>
          <p:cNvCxnSpPr>
            <a:cxnSpLocks/>
            <a:stCxn id="29" idx="2"/>
            <a:endCxn id="112" idx="0"/>
          </p:cNvCxnSpPr>
          <p:nvPr/>
        </p:nvCxnSpPr>
        <p:spPr>
          <a:xfrm flipH="1">
            <a:off x="856168" y="5821377"/>
            <a:ext cx="6234" cy="30499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EC7140-5E24-E284-0683-3DCD9C8ADE15}"/>
              </a:ext>
            </a:extLst>
          </p:cNvPr>
          <p:cNvSpPr txBox="1"/>
          <p:nvPr/>
        </p:nvSpPr>
        <p:spPr>
          <a:xfrm>
            <a:off x="9058786" y="5444725"/>
            <a:ext cx="15327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| 1-3</a:t>
            </a:r>
            <a:r>
              <a:rPr lang="ko-KR" altLang="en-US" sz="800" dirty="0" err="1">
                <a:latin typeface="Futura Md" pitchFamily="34" charset="0"/>
                <a:ea typeface="가는각진제목체" pitchFamily="18" charset="-127"/>
              </a:rPr>
              <a:t>번문의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</a:t>
            </a:r>
            <a:r>
              <a:rPr lang="ko-KR" altLang="en-US" sz="800" dirty="0" err="1">
                <a:latin typeface="Futura Md" pitchFamily="34" charset="0"/>
                <a:ea typeface="가는각진제목체" pitchFamily="18" charset="-127"/>
              </a:rPr>
              <a:t>문자송</a:t>
            </a:r>
            <a:endParaRPr lang="ko-KR" altLang="en-US" sz="800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1D6D4F-9CE0-DA08-BF29-7276708892E3}"/>
              </a:ext>
            </a:extLst>
          </p:cNvPr>
          <p:cNvSpPr txBox="1"/>
          <p:nvPr/>
        </p:nvSpPr>
        <p:spPr>
          <a:xfrm>
            <a:off x="9052387" y="5671193"/>
            <a:ext cx="3050776" cy="954107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문의 상담은 아래의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39DC63D1-998E-7C22-DE7B-CE99397D7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92" y="1299067"/>
            <a:ext cx="3103985" cy="7499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54579" tIns="35319" rIns="154579" bIns="35319" anchor="ctr">
            <a:noAutofit/>
          </a:bodyPr>
          <a:lstStyle/>
          <a:p>
            <a:pPr defTabSz="1255342" latinLnBrk="0">
              <a:defRPr/>
            </a:pPr>
            <a:endParaRPr lang="en-US" altLang="ko-KR" sz="800" u="sng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연결실패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멘트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_1</a:t>
            </a:r>
          </a:p>
          <a:p>
            <a:pPr defTabSz="1255342" latinLnBrk="0"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900" kern="0" dirty="0">
                <a:latin typeface="맑은 고딕" pitchFamily="50" charset="-127"/>
              </a:rPr>
              <a:t>죄송합니다</a:t>
            </a:r>
            <a:r>
              <a:rPr lang="en-US" altLang="ko-KR" sz="900" kern="0" dirty="0">
                <a:latin typeface="맑은 고딕" pitchFamily="50" charset="-127"/>
              </a:rPr>
              <a:t>. </a:t>
            </a:r>
            <a:r>
              <a:rPr lang="ko-KR" altLang="en-US" sz="900" kern="0" dirty="0">
                <a:latin typeface="맑은 고딕" pitchFamily="50" charset="-127"/>
              </a:rPr>
              <a:t>지금은 상담이 가능한 상담사가 없습니다</a:t>
            </a:r>
            <a:r>
              <a:rPr lang="en-US" altLang="ko-KR" sz="900" kern="0" dirty="0">
                <a:latin typeface="맑은 고딕" pitchFamily="50" charset="-127"/>
              </a:rPr>
              <a:t>.</a:t>
            </a:r>
          </a:p>
          <a:p>
            <a:pPr defTabSz="1255342" latinLnBrk="0">
              <a:defRPr/>
            </a:pP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 순차적으로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연락드리겠습니다</a:t>
            </a:r>
            <a:r>
              <a:rPr lang="en-US" altLang="ko-KR" sz="900" kern="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Rectangle 30">
            <a:extLst>
              <a:ext uri="{FF2B5EF4-FFF2-40B4-BE49-F238E27FC236}">
                <a16:creationId xmlns:a16="http://schemas.microsoft.com/office/drawing/2014/main" id="{EBAF43D0-B97F-59EC-14D8-F9107A75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1220" y="3034687"/>
            <a:ext cx="3090445" cy="7074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1-1 : 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대기중인 상담원 연결</a:t>
            </a:r>
            <a:endParaRPr kumimoji="1" lang="en-US" altLang="ko-KR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1-2 : IVR</a:t>
            </a:r>
            <a:r>
              <a:rPr kumimoji="1" lang="ko-KR" altLang="en-US" sz="900" dirty="0" err="1">
                <a:solidFill>
                  <a:prstClr val="black"/>
                </a:solidFill>
                <a:latin typeface="+mj-lt"/>
                <a:ea typeface="나눔고딕" pitchFamily="2" charset="-127"/>
              </a:rPr>
              <a:t>호전환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 및 대기중인 상담원 차례로 연결</a:t>
            </a:r>
            <a:endParaRPr kumimoji="1" lang="en-US" altLang="ko-KR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1-3 : 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상담원 연결없이 문자 전송 안내</a:t>
            </a: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A3E81EC-8293-1C5B-F8F6-9CC32B657C65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 flipH="1">
            <a:off x="1480677" y="3650117"/>
            <a:ext cx="1" cy="2904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97BFA0E-2241-3AD2-3214-D87A6622AE83}"/>
              </a:ext>
            </a:extLst>
          </p:cNvPr>
          <p:cNvSpPr txBox="1"/>
          <p:nvPr/>
        </p:nvSpPr>
        <p:spPr>
          <a:xfrm>
            <a:off x="1359597" y="4383215"/>
            <a:ext cx="9964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대기상담원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X</a:t>
            </a:r>
            <a:endParaRPr kumimoji="1" lang="ko-KR" altLang="en-US" sz="80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12" name="Rectangle 294">
            <a:extLst>
              <a:ext uri="{FF2B5EF4-FFF2-40B4-BE49-F238E27FC236}">
                <a16:creationId xmlns:a16="http://schemas.microsoft.com/office/drawing/2014/main" id="{FC3ADC47-BBD4-FABF-482E-9E7ABBD9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51" y="6126369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_2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E05B27D-604A-9038-DEA6-EE2E42B4CAC2}"/>
              </a:ext>
            </a:extLst>
          </p:cNvPr>
          <p:cNvCxnSpPr>
            <a:cxnSpLocks/>
            <a:stCxn id="112" idx="3"/>
            <a:endCxn id="16" idx="1"/>
          </p:cNvCxnSpPr>
          <p:nvPr/>
        </p:nvCxnSpPr>
        <p:spPr>
          <a:xfrm flipV="1">
            <a:off x="1382485" y="6250171"/>
            <a:ext cx="138636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AutoShape 333">
            <a:extLst>
              <a:ext uri="{FF2B5EF4-FFF2-40B4-BE49-F238E27FC236}">
                <a16:creationId xmlns:a16="http://schemas.microsoft.com/office/drawing/2014/main" id="{397DCE6E-222D-7857-6B44-84DA9FC71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19" y="3889157"/>
            <a:ext cx="1458648" cy="355675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70639" tIns="35319" rIns="70639" bIns="35319" anchor="ctr">
            <a:spAutoFit/>
          </a:bodyPr>
          <a:lstStyle/>
          <a:p>
            <a:pPr algn="ctr" defTabSz="1255342" latinLnBrk="0">
              <a:defRPr/>
            </a:pP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상담사 체크</a:t>
            </a:r>
            <a:endParaRPr lang="en-US" altLang="ko-KR" sz="7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733814B7-716B-84F1-2532-5FD568A084A9}"/>
              </a:ext>
            </a:extLst>
          </p:cNvPr>
          <p:cNvCxnSpPr>
            <a:cxnSpLocks/>
            <a:stCxn id="35" idx="2"/>
            <a:endCxn id="122" idx="0"/>
          </p:cNvCxnSpPr>
          <p:nvPr/>
        </p:nvCxnSpPr>
        <p:spPr>
          <a:xfrm>
            <a:off x="4204868" y="3641004"/>
            <a:ext cx="1075" cy="2481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294">
            <a:extLst>
              <a:ext uri="{FF2B5EF4-FFF2-40B4-BE49-F238E27FC236}">
                <a16:creationId xmlns:a16="http://schemas.microsoft.com/office/drawing/2014/main" id="{A81780E5-ED0F-CBFB-F9CD-EA6C9FEE2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4025" y="4856457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 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29" name="Rectangle 294">
            <a:extLst>
              <a:ext uri="{FF2B5EF4-FFF2-40B4-BE49-F238E27FC236}">
                <a16:creationId xmlns:a16="http://schemas.microsoft.com/office/drawing/2014/main" id="{5EC23676-F4F2-00EC-C6CA-C593208ED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161" y="4856456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_1</a:t>
            </a: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712FF107-C2A9-4C85-F35C-1283049BB948}"/>
              </a:ext>
            </a:extLst>
          </p:cNvPr>
          <p:cNvCxnSpPr>
            <a:cxnSpLocks/>
            <a:stCxn id="122" idx="2"/>
            <a:endCxn id="128" idx="0"/>
          </p:cNvCxnSpPr>
          <p:nvPr/>
        </p:nvCxnSpPr>
        <p:spPr>
          <a:xfrm rot="5400000">
            <a:off x="3619649" y="4270162"/>
            <a:ext cx="611625" cy="56096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29095F4E-6396-7BCD-AFD5-06B36293A716}"/>
              </a:ext>
            </a:extLst>
          </p:cNvPr>
          <p:cNvCxnSpPr>
            <a:cxnSpLocks/>
            <a:stCxn id="122" idx="2"/>
            <a:endCxn id="129" idx="0"/>
          </p:cNvCxnSpPr>
          <p:nvPr/>
        </p:nvCxnSpPr>
        <p:spPr>
          <a:xfrm rot="16200000" flipH="1">
            <a:off x="4262898" y="4187876"/>
            <a:ext cx="611624" cy="72553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1A375CAC-A560-07C5-1302-7DBEF3C87169}"/>
              </a:ext>
            </a:extLst>
          </p:cNvPr>
          <p:cNvCxnSpPr>
            <a:cxnSpLocks/>
            <a:stCxn id="128" idx="2"/>
            <a:endCxn id="80" idx="0"/>
          </p:cNvCxnSpPr>
          <p:nvPr/>
        </p:nvCxnSpPr>
        <p:spPr>
          <a:xfrm>
            <a:off x="3644979" y="5104062"/>
            <a:ext cx="0" cy="1836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67CE7E07-956A-EFFB-8CD0-DF9350F50CED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 flipH="1">
            <a:off x="3637190" y="5637458"/>
            <a:ext cx="7789" cy="17964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294">
            <a:extLst>
              <a:ext uri="{FF2B5EF4-FFF2-40B4-BE49-F238E27FC236}">
                <a16:creationId xmlns:a16="http://schemas.microsoft.com/office/drawing/2014/main" id="{AD8D416B-7D83-14F8-876F-AD4BC31D5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134" y="6426768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_2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78DCE59A-673B-B778-7A1B-A5B5CC4C42F1}"/>
              </a:ext>
            </a:extLst>
          </p:cNvPr>
          <p:cNvCxnSpPr>
            <a:cxnSpLocks/>
            <a:stCxn id="81" idx="2"/>
            <a:endCxn id="145" idx="0"/>
          </p:cNvCxnSpPr>
          <p:nvPr/>
        </p:nvCxnSpPr>
        <p:spPr>
          <a:xfrm flipH="1">
            <a:off x="3632451" y="6170295"/>
            <a:ext cx="4739" cy="25647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AutoShape 1028">
            <a:extLst>
              <a:ext uri="{FF2B5EF4-FFF2-40B4-BE49-F238E27FC236}">
                <a16:creationId xmlns:a16="http://schemas.microsoft.com/office/drawing/2014/main" id="{246C9C5E-B342-6F30-CD1C-FC9324BCA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191" y="6379828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kumimoji="1"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콜백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69D6F0E0-3078-CAE0-63AB-3E6AD1C0113D}"/>
              </a:ext>
            </a:extLst>
          </p:cNvPr>
          <p:cNvCxnSpPr>
            <a:cxnSpLocks/>
            <a:stCxn id="129" idx="2"/>
            <a:endCxn id="149" idx="0"/>
          </p:cNvCxnSpPr>
          <p:nvPr/>
        </p:nvCxnSpPr>
        <p:spPr>
          <a:xfrm>
            <a:off x="4931478" y="5104061"/>
            <a:ext cx="0" cy="127576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7988DC5E-D6A6-A559-FEA7-85B461CA23C0}"/>
              </a:ext>
            </a:extLst>
          </p:cNvPr>
          <p:cNvCxnSpPr>
            <a:cxnSpLocks/>
            <a:stCxn id="145" idx="3"/>
            <a:endCxn id="149" idx="1"/>
          </p:cNvCxnSpPr>
          <p:nvPr/>
        </p:nvCxnSpPr>
        <p:spPr>
          <a:xfrm>
            <a:off x="4158768" y="6550571"/>
            <a:ext cx="199423" cy="58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294">
            <a:extLst>
              <a:ext uri="{FF2B5EF4-FFF2-40B4-BE49-F238E27FC236}">
                <a16:creationId xmlns:a16="http://schemas.microsoft.com/office/drawing/2014/main" id="{E2018958-F90B-6CCA-0616-EE3234405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112" y="4833255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 </a:t>
            </a:r>
            <a:r>
              <a:rPr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안내멘트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1D5C57B8-C787-3085-F7F1-12A305496073}"/>
              </a:ext>
            </a:extLst>
          </p:cNvPr>
          <p:cNvCxnSpPr>
            <a:cxnSpLocks/>
            <a:stCxn id="59" idx="2"/>
            <a:endCxn id="160" idx="0"/>
          </p:cNvCxnSpPr>
          <p:nvPr/>
        </p:nvCxnSpPr>
        <p:spPr>
          <a:xfrm flipH="1">
            <a:off x="7159066" y="3641004"/>
            <a:ext cx="2283" cy="1192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AutoShape 1028">
            <a:extLst>
              <a:ext uri="{FF2B5EF4-FFF2-40B4-BE49-F238E27FC236}">
                <a16:creationId xmlns:a16="http://schemas.microsoft.com/office/drawing/2014/main" id="{B5B8B66A-E287-89D5-689B-E97C156D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5779" y="5848909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C38DA75-AA4C-86FA-A779-BB9D790FB0A5}"/>
              </a:ext>
            </a:extLst>
          </p:cNvPr>
          <p:cNvCxnSpPr>
            <a:cxnSpLocks/>
            <a:stCxn id="160" idx="2"/>
            <a:endCxn id="166" idx="0"/>
          </p:cNvCxnSpPr>
          <p:nvPr/>
        </p:nvCxnSpPr>
        <p:spPr>
          <a:xfrm>
            <a:off x="7159066" y="5080860"/>
            <a:ext cx="0" cy="7680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530503B5-0BF5-E955-7B40-783BEA640BE1}"/>
              </a:ext>
            </a:extLst>
          </p:cNvPr>
          <p:cNvSpPr txBox="1"/>
          <p:nvPr/>
        </p:nvSpPr>
        <p:spPr>
          <a:xfrm>
            <a:off x="4258479" y="2490724"/>
            <a:ext cx="986075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메뉴별 연결 예시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30C3F63-C5B6-0209-001C-58C7C7DC5AF4}"/>
              </a:ext>
            </a:extLst>
          </p:cNvPr>
          <p:cNvSpPr txBox="1"/>
          <p:nvPr/>
        </p:nvSpPr>
        <p:spPr>
          <a:xfrm>
            <a:off x="11708007" y="1293369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3FF1649-DBDB-7AC8-A1F2-E5DCD624AA9B}"/>
              </a:ext>
            </a:extLst>
          </p:cNvPr>
          <p:cNvSpPr txBox="1"/>
          <p:nvPr/>
        </p:nvSpPr>
        <p:spPr>
          <a:xfrm>
            <a:off x="11115590" y="3034687"/>
            <a:ext cx="986075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 err="1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메뉴별</a:t>
            </a: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800" u="sng" dirty="0" err="1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연결예시</a:t>
            </a:r>
            <a:endParaRPr lang="ko-KR" altLang="en-US" sz="800" u="sng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E488BF-EDEE-7108-4B74-AEB241E0D2FA}"/>
              </a:ext>
            </a:extLst>
          </p:cNvPr>
          <p:cNvSpPr txBox="1"/>
          <p:nvPr/>
        </p:nvSpPr>
        <p:spPr>
          <a:xfrm>
            <a:off x="11715021" y="2200625"/>
            <a:ext cx="386644" cy="2131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785" b="1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</p:spTree>
    <p:extLst>
      <p:ext uri="{BB962C8B-B14F-4D97-AF65-F5344CB8AC3E}">
        <p14:creationId xmlns:p14="http://schemas.microsoft.com/office/powerpoint/2010/main" val="245054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28">
            <a:extLst>
              <a:ext uri="{FF2B5EF4-FFF2-40B4-BE49-F238E27FC236}">
                <a16:creationId xmlns:a16="http://schemas.microsoft.com/office/drawing/2014/main" id="{E86C244F-B856-AF72-2D7E-21496C04C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652" y="884965"/>
            <a:ext cx="1575448" cy="353450"/>
          </a:xfrm>
          <a:prstGeom prst="flowChartAlternateProcess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ko-KR" altLang="en-US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메뉴 </a:t>
            </a:r>
            <a:r>
              <a:rPr lang="en-US" altLang="ko-KR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번 문의</a:t>
            </a:r>
            <a:endParaRPr lang="en-US" altLang="ko-KR" sz="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301">
            <a:extLst>
              <a:ext uri="{FF2B5EF4-FFF2-40B4-BE49-F238E27FC236}">
                <a16:creationId xmlns:a16="http://schemas.microsoft.com/office/drawing/2014/main" id="{2A4A2B6B-D5E8-DF87-DBA3-8E20645D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978" y="1518721"/>
            <a:ext cx="4222769" cy="6192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5596" tIns="62798" rIns="125596" bIns="62798" anchor="ctr">
            <a:spAutoFit/>
          </a:bodyPr>
          <a:lstStyle/>
          <a:p>
            <a:pPr defTabSz="897118" latinLnBrk="0"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[Main </a:t>
            </a:r>
            <a:r>
              <a:rPr lang="en-US" altLang="ko-KR" sz="800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Ment</a:t>
            </a:r>
            <a:r>
              <a:rPr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defTabSz="897118" latinLnBrk="0">
              <a:defRPr/>
            </a:pP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 </a:t>
            </a:r>
            <a:r>
              <a:rPr kumimoji="1"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문의 입니다</a:t>
            </a:r>
            <a:r>
              <a:rPr kumimoji="1"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en-US" altLang="ko-KR" sz="8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897118" latinLnBrk="0">
              <a:defRPr/>
            </a:pP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번을 눌러주세요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다시 듣고 싶으시면 별표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전단계로 돌아가시려면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을 눌러 주세요</a:t>
            </a:r>
            <a:endParaRPr lang="en-US" altLang="ko-KR" sz="800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01AB3056-DECC-569A-C577-69DAB0BF7247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4203376" y="1238415"/>
            <a:ext cx="5987" cy="280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CCCD6AF0-2D45-B7EB-1807-CDC2CC69A48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209362" y="2137986"/>
            <a:ext cx="1" cy="316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3FAAAF-4AC8-ACED-AB91-853603B0D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407266"/>
              </p:ext>
            </p:extLst>
          </p:nvPr>
        </p:nvGraphicFramePr>
        <p:xfrm>
          <a:off x="206416" y="198424"/>
          <a:ext cx="11757723" cy="266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84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Status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en-US" altLang="ko-KR" sz="800" kern="0" dirty="0">
                          <a:solidFill>
                            <a:prstClr val="black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2-2 Depth</a:t>
                      </a:r>
                      <a:endParaRPr lang="ko-KR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인입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경로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대표번호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(0000-0000)</a:t>
                      </a:r>
                      <a:endParaRPr lang="ko-KR" altLang="ko-KR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+mn-ea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메뉴 경로</a:t>
                      </a:r>
                      <a:endParaRPr lang="ko-KR" alt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Main &gt; 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메뉴 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번</a:t>
                      </a: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AutoShape 333">
            <a:extLst>
              <a:ext uri="{FF2B5EF4-FFF2-40B4-BE49-F238E27FC236}">
                <a16:creationId xmlns:a16="http://schemas.microsoft.com/office/drawing/2014/main" id="{E16CA8FA-2492-2DB5-3EDC-6D8B3419B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276" y="3955849"/>
            <a:ext cx="1112802" cy="325106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70639" tIns="35319" rIns="70639" bIns="35319" anchor="ctr">
            <a:spAutoFit/>
          </a:bodyPr>
          <a:lstStyle/>
          <a:p>
            <a:pPr algn="ctr" defTabSz="1255342" latinLnBrk="0">
              <a:defRPr/>
            </a:pPr>
            <a:r>
              <a:rPr lang="ko-KR" altLang="en-US" sz="600" kern="0" dirty="0">
                <a:latin typeface="맑은 고딕" pitchFamily="50" charset="-127"/>
                <a:ea typeface="맑은 고딕" pitchFamily="50" charset="-127"/>
              </a:rPr>
              <a:t>상담사 체크</a:t>
            </a:r>
            <a:endParaRPr lang="en-US" altLang="ko-KR" sz="6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AutoShape 1028">
            <a:extLst>
              <a:ext uri="{FF2B5EF4-FFF2-40B4-BE49-F238E27FC236}">
                <a16:creationId xmlns:a16="http://schemas.microsoft.com/office/drawing/2014/main" id="{2B01DC76-BE1A-8448-0A2D-D7528922F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176" y="3321278"/>
            <a:ext cx="1085003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(2-1)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1B23D25-3A05-D1AD-2A65-3B48366628C6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rot="5400000">
            <a:off x="2253375" y="1365290"/>
            <a:ext cx="1183292" cy="272868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D1E8D96-DD85-F558-0425-33F21D5C42DE}"/>
              </a:ext>
            </a:extLst>
          </p:cNvPr>
          <p:cNvSpPr txBox="1"/>
          <p:nvPr/>
        </p:nvSpPr>
        <p:spPr>
          <a:xfrm>
            <a:off x="9004206" y="3918347"/>
            <a:ext cx="1152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|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연결실패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D8648C-81B3-8504-6789-E99A26EB5A6F}"/>
              </a:ext>
            </a:extLst>
          </p:cNvPr>
          <p:cNvSpPr txBox="1"/>
          <p:nvPr/>
        </p:nvSpPr>
        <p:spPr>
          <a:xfrm>
            <a:off x="9039309" y="4173942"/>
            <a:ext cx="3050776" cy="1061829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ko-KR" altLang="en-US" sz="700" dirty="0">
              <a:latin typeface="가는 각진"/>
              <a:ea typeface="가는각진제목체" pitchFamily="18" charset="-127"/>
            </a:endParaRPr>
          </a:p>
        </p:txBody>
      </p:sp>
      <p:sp>
        <p:nvSpPr>
          <p:cNvPr id="30" name="Rectangle 294">
            <a:extLst>
              <a:ext uri="{FF2B5EF4-FFF2-40B4-BE49-F238E27FC236}">
                <a16:creationId xmlns:a16="http://schemas.microsoft.com/office/drawing/2014/main" id="{60A88C2D-7D7C-EDC3-8173-38D307164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206" y="503270"/>
            <a:ext cx="3090445" cy="7563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5596" tIns="35319" rIns="125596" bIns="35319" anchor="ctr">
            <a:noAutofit/>
          </a:bodyPr>
          <a:lstStyle/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상담사 연결 멘트</a:t>
            </a:r>
            <a:endParaRPr kumimoji="1" lang="en-US" altLang="ko-KR" sz="800" b="1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kumimoji="1" lang="en-US" altLang="ko-KR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$OOO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문의입니다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산업안전 보건법에 </a:t>
            </a:r>
            <a:r>
              <a:rPr kumimoji="1" lang="ko-KR" altLang="en-US" sz="80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고객응대근로자</a:t>
            </a: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보호조치가 시행됐습니다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보다 나은 상담품질 향상을 위해 통화내용은 녹음됩니다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F88E92-D538-9A73-FE37-E30AEDD6ED95}"/>
              </a:ext>
            </a:extLst>
          </p:cNvPr>
          <p:cNvSpPr txBox="1"/>
          <p:nvPr/>
        </p:nvSpPr>
        <p:spPr>
          <a:xfrm>
            <a:off x="11715021" y="508292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35" name="AutoShape 1028">
            <a:extLst>
              <a:ext uri="{FF2B5EF4-FFF2-40B4-BE49-F238E27FC236}">
                <a16:creationId xmlns:a16="http://schemas.microsoft.com/office/drawing/2014/main" id="{43E899C6-0941-78D1-D12F-E621196B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97" y="3312165"/>
            <a:ext cx="1237342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(2-2)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8AB3197F-ECEF-5385-AC95-D89AEAC69302}"/>
              </a:ext>
            </a:extLst>
          </p:cNvPr>
          <p:cNvCxnSpPr>
            <a:cxnSpLocks/>
            <a:endCxn id="35" idx="0"/>
          </p:cNvCxnSpPr>
          <p:nvPr/>
        </p:nvCxnSpPr>
        <p:spPr>
          <a:xfrm rot="5400000">
            <a:off x="3639250" y="2746546"/>
            <a:ext cx="1131238" cy="1"/>
          </a:xfrm>
          <a:prstGeom prst="bentConnector3">
            <a:avLst>
              <a:gd name="adj1" fmla="val 58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1028">
            <a:extLst>
              <a:ext uri="{FF2B5EF4-FFF2-40B4-BE49-F238E27FC236}">
                <a16:creationId xmlns:a16="http://schemas.microsoft.com/office/drawing/2014/main" id="{A4D18F2D-279B-1A03-80A4-A76E56DBE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678" y="3312165"/>
            <a:ext cx="1237342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(2-3)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58DF6404-8A0F-4E5A-10E8-D09FFFFD4CE8}"/>
              </a:ext>
            </a:extLst>
          </p:cNvPr>
          <p:cNvCxnSpPr>
            <a:cxnSpLocks/>
            <a:stCxn id="5" idx="2"/>
            <a:endCxn id="59" idx="0"/>
          </p:cNvCxnSpPr>
          <p:nvPr/>
        </p:nvCxnSpPr>
        <p:spPr>
          <a:xfrm rot="16200000" flipH="1">
            <a:off x="5098267" y="1249082"/>
            <a:ext cx="1174179" cy="295198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AutoShape 1028">
            <a:extLst>
              <a:ext uri="{FF2B5EF4-FFF2-40B4-BE49-F238E27FC236}">
                <a16:creationId xmlns:a16="http://schemas.microsoft.com/office/drawing/2014/main" id="{A6985B48-762D-F3B7-6B19-DDAC78CF0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0363" y="5287724"/>
            <a:ext cx="1069231" cy="34973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latinLnBrk="0"/>
            <a:r>
              <a:rPr lang="en-US" altLang="ko-KR" sz="800" b="1" kern="0" dirty="0">
                <a:latin typeface="맑은 고딕" pitchFamily="50" charset="-127"/>
                <a:ea typeface="맑은 고딕" pitchFamily="50" charset="-127"/>
              </a:rPr>
              <a:t>IVR Transfer</a:t>
            </a:r>
          </a:p>
          <a:p>
            <a:pPr algn="ctr" latinLnBrk="0"/>
            <a:r>
              <a:rPr lang="en-US" altLang="ko-KR" sz="800" b="1" kern="0" dirty="0">
                <a:latin typeface="맑은 고딕" pitchFamily="50" charset="-127"/>
                <a:ea typeface="맑은 고딕" pitchFamily="50" charset="-127"/>
              </a:rPr>
              <a:t>(02-000-0000)</a:t>
            </a:r>
          </a:p>
        </p:txBody>
      </p:sp>
      <p:sp>
        <p:nvSpPr>
          <p:cNvPr id="81" name="AutoShape 1028">
            <a:extLst>
              <a:ext uri="{FF2B5EF4-FFF2-40B4-BE49-F238E27FC236}">
                <a16:creationId xmlns:a16="http://schemas.microsoft.com/office/drawing/2014/main" id="{803FB118-DB9E-FFBE-0BD0-F38F62E3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98" y="5817101"/>
            <a:ext cx="882984" cy="353194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영업지원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51C4CC05-1836-9201-BFC4-8B67D387F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232" y="2170418"/>
            <a:ext cx="3090445" cy="7074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1255342" latinLnBrk="0">
              <a:defRPr/>
            </a:pPr>
            <a:endParaRPr lang="en-US" altLang="ko-KR" sz="800" u="sng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연결실패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멘트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_2</a:t>
            </a:r>
          </a:p>
          <a:p>
            <a:pPr defTabSz="1255342" latinLnBrk="0"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900" kern="0" dirty="0">
                <a:latin typeface="맑은 고딕" pitchFamily="50" charset="-127"/>
              </a:rPr>
              <a:t>죄송합니다</a:t>
            </a:r>
            <a:r>
              <a:rPr lang="en-US" altLang="ko-KR" sz="900" kern="0" dirty="0">
                <a:latin typeface="맑은 고딕" pitchFamily="50" charset="-127"/>
              </a:rPr>
              <a:t>. </a:t>
            </a:r>
            <a:r>
              <a:rPr lang="ko-KR" altLang="en-US" sz="900" kern="0" dirty="0">
                <a:latin typeface="맑은 고딕" pitchFamily="50" charset="-127"/>
              </a:rPr>
              <a:t>지금은 상담이 가능한 상담사가 없습니다</a:t>
            </a:r>
            <a:r>
              <a:rPr lang="en-US" altLang="ko-KR" sz="900" kern="0" dirty="0">
                <a:latin typeface="맑은 고딕" pitchFamily="50" charset="-127"/>
              </a:rPr>
              <a:t>.</a:t>
            </a:r>
          </a:p>
          <a:p>
            <a:pPr defTabSz="1255342" latinLnBrk="0">
              <a:defRPr/>
            </a:pP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 순차적으로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연락드리겠습니다</a:t>
            </a:r>
            <a:endParaRPr kumimoji="1" lang="ko-KR" altLang="en-US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BD02DC9-5925-B995-18C0-56CFCF16DA92}"/>
              </a:ext>
            </a:extLst>
          </p:cNvPr>
          <p:cNvCxnSpPr>
            <a:cxnSpLocks/>
            <a:stCxn id="23" idx="2"/>
            <a:endCxn id="15" idx="0"/>
          </p:cNvCxnSpPr>
          <p:nvPr/>
        </p:nvCxnSpPr>
        <p:spPr>
          <a:xfrm rot="16200000" flipH="1">
            <a:off x="1509088" y="4252543"/>
            <a:ext cx="556909" cy="61373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0AD5EEB-3EF1-E9D4-248F-38C33DAB7D64}"/>
              </a:ext>
            </a:extLst>
          </p:cNvPr>
          <p:cNvCxnSpPr>
            <a:cxnSpLocks/>
            <a:stCxn id="23" idx="2"/>
            <a:endCxn id="17" idx="0"/>
          </p:cNvCxnSpPr>
          <p:nvPr/>
        </p:nvCxnSpPr>
        <p:spPr>
          <a:xfrm rot="5400000">
            <a:off x="895390" y="4247968"/>
            <a:ext cx="552300" cy="618275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94">
            <a:extLst>
              <a:ext uri="{FF2B5EF4-FFF2-40B4-BE49-F238E27FC236}">
                <a16:creationId xmlns:a16="http://schemas.microsoft.com/office/drawing/2014/main" id="{C8F24B7A-755B-1691-928A-654B89799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091" y="4837864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_1</a:t>
            </a:r>
          </a:p>
        </p:txBody>
      </p:sp>
      <p:sp>
        <p:nvSpPr>
          <p:cNvPr id="16" name="AutoShape 1028">
            <a:extLst>
              <a:ext uri="{FF2B5EF4-FFF2-40B4-BE49-F238E27FC236}">
                <a16:creationId xmlns:a16="http://schemas.microsoft.com/office/drawing/2014/main" id="{1740D780-50B2-2A70-A4C6-4DAF8DEF4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121" y="6073574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kumimoji="1"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콜백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7" name="Rectangle 294">
            <a:extLst>
              <a:ext uri="{FF2B5EF4-FFF2-40B4-BE49-F238E27FC236}">
                <a16:creationId xmlns:a16="http://schemas.microsoft.com/office/drawing/2014/main" id="{3DEB63E2-7839-D36C-720D-DC1C3D0BF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48" y="4833255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 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B770C8-A6BB-A773-A00F-CDA6F46A2B25}"/>
              </a:ext>
            </a:extLst>
          </p:cNvPr>
          <p:cNvSpPr txBox="1"/>
          <p:nvPr/>
        </p:nvSpPr>
        <p:spPr>
          <a:xfrm>
            <a:off x="344099" y="5877301"/>
            <a:ext cx="59358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9662E3-14D1-47AF-0D9D-67FC1AA7D0C0}"/>
              </a:ext>
            </a:extLst>
          </p:cNvPr>
          <p:cNvSpPr txBox="1"/>
          <p:nvPr/>
        </p:nvSpPr>
        <p:spPr>
          <a:xfrm>
            <a:off x="561202" y="4362249"/>
            <a:ext cx="94029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대기상담원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O</a:t>
            </a:r>
            <a:endParaRPr kumimoji="1" lang="ko-KR" altLang="en-US" sz="80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6AC559E-CE43-5BB2-094D-1F66729B24F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2094408" y="5085469"/>
            <a:ext cx="0" cy="98810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D17EC92-ED42-6946-2D85-7348B13C5E96}"/>
              </a:ext>
            </a:extLst>
          </p:cNvPr>
          <p:cNvCxnSpPr>
            <a:cxnSpLocks/>
            <a:stCxn id="17" idx="2"/>
            <a:endCxn id="29" idx="0"/>
          </p:cNvCxnSpPr>
          <p:nvPr/>
        </p:nvCxnSpPr>
        <p:spPr>
          <a:xfrm>
            <a:off x="862402" y="5080860"/>
            <a:ext cx="0" cy="38732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28">
            <a:extLst>
              <a:ext uri="{FF2B5EF4-FFF2-40B4-BE49-F238E27FC236}">
                <a16:creationId xmlns:a16="http://schemas.microsoft.com/office/drawing/2014/main" id="{DB3E80AF-2E7B-E96A-93DB-0433F7273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10" y="5468183"/>
            <a:ext cx="882984" cy="353194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영업지원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412348D-C142-7780-2AD6-BBD72DFEE73E}"/>
              </a:ext>
            </a:extLst>
          </p:cNvPr>
          <p:cNvCxnSpPr>
            <a:cxnSpLocks/>
            <a:stCxn id="29" idx="2"/>
            <a:endCxn id="112" idx="0"/>
          </p:cNvCxnSpPr>
          <p:nvPr/>
        </p:nvCxnSpPr>
        <p:spPr>
          <a:xfrm flipH="1">
            <a:off x="856168" y="5821377"/>
            <a:ext cx="6234" cy="30499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EC7140-5E24-E284-0683-3DCD9C8ADE15}"/>
              </a:ext>
            </a:extLst>
          </p:cNvPr>
          <p:cNvSpPr txBox="1"/>
          <p:nvPr/>
        </p:nvSpPr>
        <p:spPr>
          <a:xfrm>
            <a:off x="9058786" y="5444725"/>
            <a:ext cx="15327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| 1-3</a:t>
            </a:r>
            <a:r>
              <a:rPr lang="ko-KR" altLang="en-US" sz="800" dirty="0" err="1">
                <a:latin typeface="Futura Md" pitchFamily="34" charset="0"/>
                <a:ea typeface="가는각진제목체" pitchFamily="18" charset="-127"/>
              </a:rPr>
              <a:t>번문의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</a:t>
            </a:r>
            <a:r>
              <a:rPr lang="ko-KR" altLang="en-US" sz="800" dirty="0" err="1">
                <a:latin typeface="Futura Md" pitchFamily="34" charset="0"/>
                <a:ea typeface="가는각진제목체" pitchFamily="18" charset="-127"/>
              </a:rPr>
              <a:t>문자송</a:t>
            </a:r>
            <a:endParaRPr lang="ko-KR" altLang="en-US" sz="800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1D6D4F-9CE0-DA08-BF29-7276708892E3}"/>
              </a:ext>
            </a:extLst>
          </p:cNvPr>
          <p:cNvSpPr txBox="1"/>
          <p:nvPr/>
        </p:nvSpPr>
        <p:spPr>
          <a:xfrm>
            <a:off x="9052387" y="5671193"/>
            <a:ext cx="3050776" cy="954107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문의 상담은 아래의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39DC63D1-998E-7C22-DE7B-CE99397D7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92" y="1299067"/>
            <a:ext cx="3103985" cy="7499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54579" tIns="35319" rIns="154579" bIns="35319" anchor="ctr">
            <a:noAutofit/>
          </a:bodyPr>
          <a:lstStyle/>
          <a:p>
            <a:pPr defTabSz="1255342" latinLnBrk="0">
              <a:defRPr/>
            </a:pPr>
            <a:endParaRPr lang="en-US" altLang="ko-KR" sz="800" u="sng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연결실패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멘트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_1</a:t>
            </a:r>
          </a:p>
          <a:p>
            <a:pPr defTabSz="1255342" latinLnBrk="0"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900" kern="0" dirty="0">
                <a:latin typeface="맑은 고딕" pitchFamily="50" charset="-127"/>
              </a:rPr>
              <a:t>죄송합니다</a:t>
            </a:r>
            <a:r>
              <a:rPr lang="en-US" altLang="ko-KR" sz="900" kern="0" dirty="0">
                <a:latin typeface="맑은 고딕" pitchFamily="50" charset="-127"/>
              </a:rPr>
              <a:t>. </a:t>
            </a:r>
            <a:r>
              <a:rPr lang="ko-KR" altLang="en-US" sz="900" kern="0" dirty="0">
                <a:latin typeface="맑은 고딕" pitchFamily="50" charset="-127"/>
              </a:rPr>
              <a:t>지금은 상담이 가능한 상담사가 없습니다</a:t>
            </a:r>
            <a:r>
              <a:rPr lang="en-US" altLang="ko-KR" sz="900" kern="0" dirty="0">
                <a:latin typeface="맑은 고딕" pitchFamily="50" charset="-127"/>
              </a:rPr>
              <a:t>.</a:t>
            </a:r>
          </a:p>
          <a:p>
            <a:pPr defTabSz="1255342" latinLnBrk="0">
              <a:defRPr/>
            </a:pP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 순차적으로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연락드리겠습니다</a:t>
            </a:r>
            <a:r>
              <a:rPr lang="en-US" altLang="ko-KR" sz="900" kern="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Rectangle 30">
            <a:extLst>
              <a:ext uri="{FF2B5EF4-FFF2-40B4-BE49-F238E27FC236}">
                <a16:creationId xmlns:a16="http://schemas.microsoft.com/office/drawing/2014/main" id="{EBAF43D0-B97F-59EC-14D8-F9107A75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1220" y="3034687"/>
            <a:ext cx="3090445" cy="7074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1-1 : 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대기중인 상담원 연결</a:t>
            </a:r>
            <a:endParaRPr kumimoji="1" lang="en-US" altLang="ko-KR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1-2 : IVR</a:t>
            </a:r>
            <a:r>
              <a:rPr kumimoji="1" lang="ko-KR" altLang="en-US" sz="900" dirty="0" err="1">
                <a:solidFill>
                  <a:prstClr val="black"/>
                </a:solidFill>
                <a:latin typeface="+mj-lt"/>
                <a:ea typeface="나눔고딕" pitchFamily="2" charset="-127"/>
              </a:rPr>
              <a:t>호전환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 및 대기중인 상담원 차례로 연결</a:t>
            </a:r>
            <a:endParaRPr kumimoji="1" lang="en-US" altLang="ko-KR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1-3 : 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상담원 연결없이 문자 전송 안내</a:t>
            </a: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A3E81EC-8293-1C5B-F8F6-9CC32B657C65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 flipH="1">
            <a:off x="1480677" y="3650117"/>
            <a:ext cx="1" cy="305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97BFA0E-2241-3AD2-3214-D87A6622AE83}"/>
              </a:ext>
            </a:extLst>
          </p:cNvPr>
          <p:cNvSpPr txBox="1"/>
          <p:nvPr/>
        </p:nvSpPr>
        <p:spPr>
          <a:xfrm>
            <a:off x="1387686" y="4364165"/>
            <a:ext cx="94029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대기상담원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X</a:t>
            </a:r>
            <a:endParaRPr kumimoji="1" lang="ko-KR" altLang="en-US" sz="80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12" name="Rectangle 294">
            <a:extLst>
              <a:ext uri="{FF2B5EF4-FFF2-40B4-BE49-F238E27FC236}">
                <a16:creationId xmlns:a16="http://schemas.microsoft.com/office/drawing/2014/main" id="{FC3ADC47-BBD4-FABF-482E-9E7ABBD9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51" y="6126369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_2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E05B27D-604A-9038-DEA6-EE2E42B4CAC2}"/>
              </a:ext>
            </a:extLst>
          </p:cNvPr>
          <p:cNvCxnSpPr>
            <a:cxnSpLocks/>
            <a:stCxn id="112" idx="3"/>
            <a:endCxn id="16" idx="1"/>
          </p:cNvCxnSpPr>
          <p:nvPr/>
        </p:nvCxnSpPr>
        <p:spPr>
          <a:xfrm flipV="1">
            <a:off x="1382485" y="6250171"/>
            <a:ext cx="138636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AutoShape 333">
            <a:extLst>
              <a:ext uri="{FF2B5EF4-FFF2-40B4-BE49-F238E27FC236}">
                <a16:creationId xmlns:a16="http://schemas.microsoft.com/office/drawing/2014/main" id="{397DCE6E-222D-7857-6B44-84DA9FC71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542" y="3904442"/>
            <a:ext cx="1112802" cy="325106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70639" tIns="35319" rIns="70639" bIns="35319" anchor="ctr">
            <a:spAutoFit/>
          </a:bodyPr>
          <a:lstStyle/>
          <a:p>
            <a:pPr algn="ctr" defTabSz="1255342" latinLnBrk="0">
              <a:defRPr/>
            </a:pPr>
            <a:r>
              <a:rPr lang="ko-KR" altLang="en-US" sz="600" kern="0" dirty="0">
                <a:latin typeface="맑은 고딕" pitchFamily="50" charset="-127"/>
                <a:ea typeface="맑은 고딕" pitchFamily="50" charset="-127"/>
              </a:rPr>
              <a:t>상담사 체크</a:t>
            </a:r>
            <a:endParaRPr lang="en-US" altLang="ko-KR" sz="6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733814B7-716B-84F1-2532-5FD568A084A9}"/>
              </a:ext>
            </a:extLst>
          </p:cNvPr>
          <p:cNvCxnSpPr>
            <a:cxnSpLocks/>
            <a:stCxn id="35" idx="2"/>
            <a:endCxn id="122" idx="0"/>
          </p:cNvCxnSpPr>
          <p:nvPr/>
        </p:nvCxnSpPr>
        <p:spPr>
          <a:xfrm>
            <a:off x="4204868" y="3641004"/>
            <a:ext cx="1075" cy="263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294">
            <a:extLst>
              <a:ext uri="{FF2B5EF4-FFF2-40B4-BE49-F238E27FC236}">
                <a16:creationId xmlns:a16="http://schemas.microsoft.com/office/drawing/2014/main" id="{A81780E5-ED0F-CBFB-F9CD-EA6C9FEE2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4025" y="4856457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 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29" name="Rectangle 294">
            <a:extLst>
              <a:ext uri="{FF2B5EF4-FFF2-40B4-BE49-F238E27FC236}">
                <a16:creationId xmlns:a16="http://schemas.microsoft.com/office/drawing/2014/main" id="{5EC23676-F4F2-00EC-C6CA-C593208ED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161" y="4856456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_1</a:t>
            </a: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712FF107-C2A9-4C85-F35C-1283049BB948}"/>
              </a:ext>
            </a:extLst>
          </p:cNvPr>
          <p:cNvCxnSpPr>
            <a:cxnSpLocks/>
            <a:stCxn id="122" idx="2"/>
            <a:endCxn id="128" idx="0"/>
          </p:cNvCxnSpPr>
          <p:nvPr/>
        </p:nvCxnSpPr>
        <p:spPr>
          <a:xfrm rot="5400000">
            <a:off x="3612007" y="4262520"/>
            <a:ext cx="626909" cy="56096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29095F4E-6396-7BCD-AFD5-06B36293A716}"/>
              </a:ext>
            </a:extLst>
          </p:cNvPr>
          <p:cNvCxnSpPr>
            <a:cxnSpLocks/>
            <a:stCxn id="122" idx="2"/>
            <a:endCxn id="129" idx="0"/>
          </p:cNvCxnSpPr>
          <p:nvPr/>
        </p:nvCxnSpPr>
        <p:spPr>
          <a:xfrm rot="16200000" flipH="1">
            <a:off x="4255256" y="4180234"/>
            <a:ext cx="626908" cy="72553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1A375CAC-A560-07C5-1302-7DBEF3C87169}"/>
              </a:ext>
            </a:extLst>
          </p:cNvPr>
          <p:cNvCxnSpPr>
            <a:cxnSpLocks/>
            <a:stCxn id="128" idx="2"/>
            <a:endCxn id="80" idx="0"/>
          </p:cNvCxnSpPr>
          <p:nvPr/>
        </p:nvCxnSpPr>
        <p:spPr>
          <a:xfrm>
            <a:off x="3644979" y="5104062"/>
            <a:ext cx="0" cy="1836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67CE7E07-956A-EFFB-8CD0-DF9350F50CED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 flipH="1">
            <a:off x="3637190" y="5637458"/>
            <a:ext cx="7789" cy="17964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294">
            <a:extLst>
              <a:ext uri="{FF2B5EF4-FFF2-40B4-BE49-F238E27FC236}">
                <a16:creationId xmlns:a16="http://schemas.microsoft.com/office/drawing/2014/main" id="{AD8D416B-7D83-14F8-876F-AD4BC31D5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134" y="6426768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_2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78DCE59A-673B-B778-7A1B-A5B5CC4C42F1}"/>
              </a:ext>
            </a:extLst>
          </p:cNvPr>
          <p:cNvCxnSpPr>
            <a:cxnSpLocks/>
            <a:stCxn id="81" idx="2"/>
            <a:endCxn id="145" idx="0"/>
          </p:cNvCxnSpPr>
          <p:nvPr/>
        </p:nvCxnSpPr>
        <p:spPr>
          <a:xfrm flipH="1">
            <a:off x="3632451" y="6170295"/>
            <a:ext cx="4739" cy="25647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AutoShape 1028">
            <a:extLst>
              <a:ext uri="{FF2B5EF4-FFF2-40B4-BE49-F238E27FC236}">
                <a16:creationId xmlns:a16="http://schemas.microsoft.com/office/drawing/2014/main" id="{246C9C5E-B342-6F30-CD1C-FC9324BCA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191" y="6379828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kumimoji="1"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콜백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69D6F0E0-3078-CAE0-63AB-3E6AD1C0113D}"/>
              </a:ext>
            </a:extLst>
          </p:cNvPr>
          <p:cNvCxnSpPr>
            <a:cxnSpLocks/>
            <a:stCxn id="129" idx="2"/>
            <a:endCxn id="149" idx="0"/>
          </p:cNvCxnSpPr>
          <p:nvPr/>
        </p:nvCxnSpPr>
        <p:spPr>
          <a:xfrm>
            <a:off x="4931478" y="5104061"/>
            <a:ext cx="0" cy="127576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7988DC5E-D6A6-A559-FEA7-85B461CA23C0}"/>
              </a:ext>
            </a:extLst>
          </p:cNvPr>
          <p:cNvCxnSpPr>
            <a:cxnSpLocks/>
            <a:stCxn id="145" idx="3"/>
            <a:endCxn id="149" idx="1"/>
          </p:cNvCxnSpPr>
          <p:nvPr/>
        </p:nvCxnSpPr>
        <p:spPr>
          <a:xfrm>
            <a:off x="4158768" y="6550571"/>
            <a:ext cx="199423" cy="58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294">
            <a:extLst>
              <a:ext uri="{FF2B5EF4-FFF2-40B4-BE49-F238E27FC236}">
                <a16:creationId xmlns:a16="http://schemas.microsoft.com/office/drawing/2014/main" id="{E2018958-F90B-6CCA-0616-EE3234405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112" y="4833255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 </a:t>
            </a:r>
            <a:r>
              <a:rPr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안내멘트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1D5C57B8-C787-3085-F7F1-12A305496073}"/>
              </a:ext>
            </a:extLst>
          </p:cNvPr>
          <p:cNvCxnSpPr>
            <a:cxnSpLocks/>
            <a:stCxn id="59" idx="2"/>
            <a:endCxn id="160" idx="0"/>
          </p:cNvCxnSpPr>
          <p:nvPr/>
        </p:nvCxnSpPr>
        <p:spPr>
          <a:xfrm flipH="1">
            <a:off x="7159066" y="3641004"/>
            <a:ext cx="2283" cy="1192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AutoShape 1028">
            <a:extLst>
              <a:ext uri="{FF2B5EF4-FFF2-40B4-BE49-F238E27FC236}">
                <a16:creationId xmlns:a16="http://schemas.microsoft.com/office/drawing/2014/main" id="{B5B8B66A-E287-89D5-689B-E97C156D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5779" y="5848909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C38DA75-AA4C-86FA-A779-BB9D790FB0A5}"/>
              </a:ext>
            </a:extLst>
          </p:cNvPr>
          <p:cNvCxnSpPr>
            <a:cxnSpLocks/>
            <a:stCxn id="160" idx="2"/>
            <a:endCxn id="166" idx="0"/>
          </p:cNvCxnSpPr>
          <p:nvPr/>
        </p:nvCxnSpPr>
        <p:spPr>
          <a:xfrm>
            <a:off x="7159066" y="5080860"/>
            <a:ext cx="0" cy="7680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530503B5-0BF5-E955-7B40-783BEA640BE1}"/>
              </a:ext>
            </a:extLst>
          </p:cNvPr>
          <p:cNvSpPr txBox="1"/>
          <p:nvPr/>
        </p:nvSpPr>
        <p:spPr>
          <a:xfrm>
            <a:off x="4258479" y="2490724"/>
            <a:ext cx="986075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메뉴별 연결 예시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30C3F63-C5B6-0209-001C-58C7C7DC5AF4}"/>
              </a:ext>
            </a:extLst>
          </p:cNvPr>
          <p:cNvSpPr txBox="1"/>
          <p:nvPr/>
        </p:nvSpPr>
        <p:spPr>
          <a:xfrm>
            <a:off x="11715021" y="1299067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3FF1649-DBDB-7AC8-A1F2-E5DCD624AA9B}"/>
              </a:ext>
            </a:extLst>
          </p:cNvPr>
          <p:cNvSpPr txBox="1"/>
          <p:nvPr/>
        </p:nvSpPr>
        <p:spPr>
          <a:xfrm>
            <a:off x="11115590" y="3034687"/>
            <a:ext cx="986075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 err="1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메뉴별</a:t>
            </a: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800" u="sng" dirty="0" err="1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연결예시</a:t>
            </a:r>
            <a:endParaRPr lang="ko-KR" altLang="en-US" sz="800" u="sng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BCF1E-E4AB-3F07-E346-6C39A19CE66D}"/>
              </a:ext>
            </a:extLst>
          </p:cNvPr>
          <p:cNvSpPr txBox="1"/>
          <p:nvPr/>
        </p:nvSpPr>
        <p:spPr>
          <a:xfrm>
            <a:off x="11715021" y="2200625"/>
            <a:ext cx="386644" cy="2131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785" b="1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</p:spTree>
    <p:extLst>
      <p:ext uri="{BB962C8B-B14F-4D97-AF65-F5344CB8AC3E}">
        <p14:creationId xmlns:p14="http://schemas.microsoft.com/office/powerpoint/2010/main" val="2863796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28">
            <a:extLst>
              <a:ext uri="{FF2B5EF4-FFF2-40B4-BE49-F238E27FC236}">
                <a16:creationId xmlns:a16="http://schemas.microsoft.com/office/drawing/2014/main" id="{E86C244F-B856-AF72-2D7E-21496C04C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652" y="884965"/>
            <a:ext cx="1575448" cy="353450"/>
          </a:xfrm>
          <a:prstGeom prst="flowChartAlternateProcess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ko-KR" altLang="en-US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메뉴 </a:t>
            </a:r>
            <a:r>
              <a:rPr lang="en-US" altLang="ko-KR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번 문의</a:t>
            </a:r>
            <a:endParaRPr lang="en-US" altLang="ko-KR" sz="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301">
            <a:extLst>
              <a:ext uri="{FF2B5EF4-FFF2-40B4-BE49-F238E27FC236}">
                <a16:creationId xmlns:a16="http://schemas.microsoft.com/office/drawing/2014/main" id="{2A4A2B6B-D5E8-DF87-DBA3-8E20645D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978" y="1518721"/>
            <a:ext cx="4222769" cy="6192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5596" tIns="62798" rIns="125596" bIns="62798" anchor="ctr">
            <a:spAutoFit/>
          </a:bodyPr>
          <a:lstStyle/>
          <a:p>
            <a:pPr defTabSz="897118" latinLnBrk="0"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[Main </a:t>
            </a:r>
            <a:r>
              <a:rPr lang="en-US" altLang="ko-KR" sz="800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Ment</a:t>
            </a:r>
            <a:r>
              <a:rPr lang="en-US" altLang="ko-KR" sz="80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defTabSz="897118" latinLnBrk="0">
              <a:defRPr/>
            </a:pP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 </a:t>
            </a:r>
            <a:r>
              <a:rPr kumimoji="1"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문의 입니다</a:t>
            </a:r>
            <a:r>
              <a:rPr kumimoji="1"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kumimoji="1"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en-US" altLang="ko-KR" sz="8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897118" latinLnBrk="0">
              <a:defRPr/>
            </a:pP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OOO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문의는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번을 눌러주세요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다시 듣고 싶으시면 별표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전단계로 돌아가시려면 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을 눌러 주세요</a:t>
            </a:r>
            <a:endParaRPr lang="en-US" altLang="ko-KR" sz="800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01AB3056-DECC-569A-C577-69DAB0BF7247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4203376" y="1238415"/>
            <a:ext cx="5987" cy="280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CCCD6AF0-2D45-B7EB-1807-CDC2CC69A48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209362" y="2137986"/>
            <a:ext cx="1" cy="316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3FAAAF-4AC8-ACED-AB91-853603B0D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164216"/>
              </p:ext>
            </p:extLst>
          </p:nvPr>
        </p:nvGraphicFramePr>
        <p:xfrm>
          <a:off x="206416" y="198424"/>
          <a:ext cx="11757723" cy="266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84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Status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en-US" altLang="ko-KR" sz="800" kern="0" dirty="0">
                          <a:solidFill>
                            <a:prstClr val="black"/>
                          </a:solidFill>
                          <a:latin typeface="나눔고딕OTF" panose="020D0604000000000000" pitchFamily="34" charset="-127"/>
                          <a:ea typeface="나눔고딕OTF" panose="020D0604000000000000" pitchFamily="34" charset="-127"/>
                        </a:rPr>
                        <a:t>2-3 Depth</a:t>
                      </a:r>
                      <a:endParaRPr lang="ko-KR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인입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경로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대표번호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(0000-0000)</a:t>
                      </a:r>
                      <a:endParaRPr lang="ko-KR" altLang="ko-KR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+mn-ea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메뉴 경로</a:t>
                      </a:r>
                      <a:endParaRPr lang="ko-KR" alt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Main &gt; 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메뉴 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번</a:t>
                      </a: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AutoShape 333">
            <a:extLst>
              <a:ext uri="{FF2B5EF4-FFF2-40B4-BE49-F238E27FC236}">
                <a16:creationId xmlns:a16="http://schemas.microsoft.com/office/drawing/2014/main" id="{E16CA8FA-2492-2DB5-3EDC-6D8B3419B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48" y="3955849"/>
            <a:ext cx="1244058" cy="325106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70639" tIns="35319" rIns="70639" bIns="35319" anchor="ctr">
            <a:spAutoFit/>
          </a:bodyPr>
          <a:lstStyle/>
          <a:p>
            <a:pPr algn="ctr" defTabSz="1255342" latinLnBrk="0">
              <a:defRPr/>
            </a:pPr>
            <a:r>
              <a:rPr lang="ko-KR" altLang="en-US" sz="600" kern="0" dirty="0">
                <a:latin typeface="맑은 고딕" pitchFamily="50" charset="-127"/>
                <a:ea typeface="맑은 고딕" pitchFamily="50" charset="-127"/>
              </a:rPr>
              <a:t>상담사 체크</a:t>
            </a:r>
            <a:endParaRPr lang="en-US" altLang="ko-KR" sz="6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AutoShape 1028">
            <a:extLst>
              <a:ext uri="{FF2B5EF4-FFF2-40B4-BE49-F238E27FC236}">
                <a16:creationId xmlns:a16="http://schemas.microsoft.com/office/drawing/2014/main" id="{2B01DC76-BE1A-8448-0A2D-D7528922F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176" y="3321278"/>
            <a:ext cx="1085003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(3-1)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1B23D25-3A05-D1AD-2A65-3B48366628C6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rot="5400000">
            <a:off x="2253375" y="1365290"/>
            <a:ext cx="1183292" cy="272868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D1E8D96-DD85-F558-0425-33F21D5C42DE}"/>
              </a:ext>
            </a:extLst>
          </p:cNvPr>
          <p:cNvSpPr txBox="1"/>
          <p:nvPr/>
        </p:nvSpPr>
        <p:spPr>
          <a:xfrm>
            <a:off x="9004206" y="3918347"/>
            <a:ext cx="1152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|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연결실패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D8648C-81B3-8504-6789-E99A26EB5A6F}"/>
              </a:ext>
            </a:extLst>
          </p:cNvPr>
          <p:cNvSpPr txBox="1"/>
          <p:nvPr/>
        </p:nvSpPr>
        <p:spPr>
          <a:xfrm>
            <a:off x="9039309" y="4173942"/>
            <a:ext cx="3048493" cy="1077218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ko-KR" altLang="en-US" sz="700" dirty="0">
              <a:latin typeface="가는 각진"/>
              <a:ea typeface="가는각진제목체" pitchFamily="18" charset="-127"/>
            </a:endParaRPr>
          </a:p>
        </p:txBody>
      </p:sp>
      <p:sp>
        <p:nvSpPr>
          <p:cNvPr id="30" name="Rectangle 294">
            <a:extLst>
              <a:ext uri="{FF2B5EF4-FFF2-40B4-BE49-F238E27FC236}">
                <a16:creationId xmlns:a16="http://schemas.microsoft.com/office/drawing/2014/main" id="{60A88C2D-7D7C-EDC3-8173-38D307164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206" y="503270"/>
            <a:ext cx="3090445" cy="7563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5596" tIns="35319" rIns="125596" bIns="35319" anchor="ctr">
            <a:noAutofit/>
          </a:bodyPr>
          <a:lstStyle/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1" u="sng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상담사 연결 멘트</a:t>
            </a:r>
            <a:endParaRPr kumimoji="1" lang="en-US" altLang="ko-KR" sz="800" b="1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kumimoji="1" lang="en-US" altLang="ko-KR" sz="800" dirty="0">
                <a:solidFill>
                  <a:srgbClr val="FF0000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$OOO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문의입니다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</a:t>
            </a: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산업안전 보건법에 </a:t>
            </a:r>
            <a:r>
              <a:rPr kumimoji="1" lang="ko-KR" altLang="en-US" sz="80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고객응대근로자</a:t>
            </a: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보호조치가 시행됐습니다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</a:t>
            </a:r>
          </a:p>
          <a:p>
            <a:pPr defTabSz="897118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보다 나은 상담품질 향상을 위해 통화내용은 녹음됩니다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.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F88E92-D538-9A73-FE37-E30AEDD6ED95}"/>
              </a:ext>
            </a:extLst>
          </p:cNvPr>
          <p:cNvSpPr txBox="1"/>
          <p:nvPr/>
        </p:nvSpPr>
        <p:spPr>
          <a:xfrm>
            <a:off x="11715021" y="508292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35" name="AutoShape 1028">
            <a:extLst>
              <a:ext uri="{FF2B5EF4-FFF2-40B4-BE49-F238E27FC236}">
                <a16:creationId xmlns:a16="http://schemas.microsoft.com/office/drawing/2014/main" id="{43E899C6-0941-78D1-D12F-E621196B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97" y="3312165"/>
            <a:ext cx="1237342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(3-2)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8AB3197F-ECEF-5385-AC95-D89AEAC69302}"/>
              </a:ext>
            </a:extLst>
          </p:cNvPr>
          <p:cNvCxnSpPr>
            <a:cxnSpLocks/>
            <a:endCxn id="35" idx="0"/>
          </p:cNvCxnSpPr>
          <p:nvPr/>
        </p:nvCxnSpPr>
        <p:spPr>
          <a:xfrm rot="5400000">
            <a:off x="3639250" y="2746546"/>
            <a:ext cx="1131238" cy="1"/>
          </a:xfrm>
          <a:prstGeom prst="bentConnector3">
            <a:avLst>
              <a:gd name="adj1" fmla="val 58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1028">
            <a:extLst>
              <a:ext uri="{FF2B5EF4-FFF2-40B4-BE49-F238E27FC236}">
                <a16:creationId xmlns:a16="http://schemas.microsoft.com/office/drawing/2014/main" id="{A4D18F2D-279B-1A03-80A4-A76E56DBE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678" y="3312165"/>
            <a:ext cx="1237342" cy="328839"/>
          </a:xfrm>
          <a:prstGeom prst="flowChartAlternateProcess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(3-3) OOO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 문의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58DF6404-8A0F-4E5A-10E8-D09FFFFD4CE8}"/>
              </a:ext>
            </a:extLst>
          </p:cNvPr>
          <p:cNvCxnSpPr>
            <a:cxnSpLocks/>
            <a:stCxn id="5" idx="2"/>
            <a:endCxn id="59" idx="0"/>
          </p:cNvCxnSpPr>
          <p:nvPr/>
        </p:nvCxnSpPr>
        <p:spPr>
          <a:xfrm rot="16200000" flipH="1">
            <a:off x="5098267" y="1249082"/>
            <a:ext cx="1174179" cy="295198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AutoShape 1028">
            <a:extLst>
              <a:ext uri="{FF2B5EF4-FFF2-40B4-BE49-F238E27FC236}">
                <a16:creationId xmlns:a16="http://schemas.microsoft.com/office/drawing/2014/main" id="{A6985B48-762D-F3B7-6B19-DDAC78CF0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0363" y="5287724"/>
            <a:ext cx="1069231" cy="34973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latinLnBrk="0"/>
            <a:r>
              <a:rPr lang="en-US" altLang="ko-KR" sz="800" b="1" kern="0" dirty="0">
                <a:latin typeface="맑은 고딕" pitchFamily="50" charset="-127"/>
                <a:ea typeface="맑은 고딕" pitchFamily="50" charset="-127"/>
              </a:rPr>
              <a:t>IVR Transfer</a:t>
            </a:r>
          </a:p>
          <a:p>
            <a:pPr algn="ctr" latinLnBrk="0"/>
            <a:r>
              <a:rPr lang="en-US" altLang="ko-KR" sz="800" b="1" kern="0" dirty="0">
                <a:latin typeface="맑은 고딕" pitchFamily="50" charset="-127"/>
                <a:ea typeface="맑은 고딕" pitchFamily="50" charset="-127"/>
              </a:rPr>
              <a:t>(02-000-0000)</a:t>
            </a:r>
          </a:p>
        </p:txBody>
      </p:sp>
      <p:sp>
        <p:nvSpPr>
          <p:cNvPr id="81" name="AutoShape 1028">
            <a:extLst>
              <a:ext uri="{FF2B5EF4-FFF2-40B4-BE49-F238E27FC236}">
                <a16:creationId xmlns:a16="http://schemas.microsoft.com/office/drawing/2014/main" id="{803FB118-DB9E-FFBE-0BD0-F38F62E3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98" y="5817101"/>
            <a:ext cx="882984" cy="353194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영업지원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51C4CC05-1836-9201-BFC4-8B67D387F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232" y="2170418"/>
            <a:ext cx="3090445" cy="7074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1255342" latinLnBrk="0">
              <a:defRPr/>
            </a:pPr>
            <a:endParaRPr lang="en-US" altLang="ko-KR" sz="800" u="sng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연결실패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멘트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_2</a:t>
            </a:r>
          </a:p>
          <a:p>
            <a:pPr defTabSz="1255342" latinLnBrk="0"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900" kern="0" dirty="0">
                <a:latin typeface="맑은 고딕" pitchFamily="50" charset="-127"/>
              </a:rPr>
              <a:t>죄송합니다</a:t>
            </a:r>
            <a:r>
              <a:rPr lang="en-US" altLang="ko-KR" sz="900" kern="0" dirty="0">
                <a:latin typeface="맑은 고딕" pitchFamily="50" charset="-127"/>
              </a:rPr>
              <a:t>. </a:t>
            </a:r>
            <a:r>
              <a:rPr lang="ko-KR" altLang="en-US" sz="900" kern="0" dirty="0">
                <a:latin typeface="맑은 고딕" pitchFamily="50" charset="-127"/>
              </a:rPr>
              <a:t>지금은 상담이 가능한 상담사가 없습니다</a:t>
            </a:r>
            <a:r>
              <a:rPr lang="en-US" altLang="ko-KR" sz="900" kern="0" dirty="0">
                <a:latin typeface="맑은 고딕" pitchFamily="50" charset="-127"/>
              </a:rPr>
              <a:t>.</a:t>
            </a:r>
          </a:p>
          <a:p>
            <a:pPr defTabSz="1255342" latinLnBrk="0">
              <a:defRPr/>
            </a:pP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 순차적으로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연락드리겠습니다</a:t>
            </a:r>
            <a:endParaRPr kumimoji="1" lang="ko-KR" altLang="en-US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BD02DC9-5925-B995-18C0-56CFCF16DA92}"/>
              </a:ext>
            </a:extLst>
          </p:cNvPr>
          <p:cNvCxnSpPr>
            <a:cxnSpLocks/>
            <a:stCxn id="23" idx="2"/>
            <a:endCxn id="15" idx="0"/>
          </p:cNvCxnSpPr>
          <p:nvPr/>
        </p:nvCxnSpPr>
        <p:spPr>
          <a:xfrm rot="16200000" flipH="1">
            <a:off x="1509088" y="4252543"/>
            <a:ext cx="556909" cy="61373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0AD5EEB-3EF1-E9D4-248F-38C33DAB7D64}"/>
              </a:ext>
            </a:extLst>
          </p:cNvPr>
          <p:cNvCxnSpPr>
            <a:cxnSpLocks/>
            <a:stCxn id="23" idx="2"/>
            <a:endCxn id="17" idx="0"/>
          </p:cNvCxnSpPr>
          <p:nvPr/>
        </p:nvCxnSpPr>
        <p:spPr>
          <a:xfrm rot="5400000">
            <a:off x="895390" y="4247968"/>
            <a:ext cx="552300" cy="618275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94">
            <a:extLst>
              <a:ext uri="{FF2B5EF4-FFF2-40B4-BE49-F238E27FC236}">
                <a16:creationId xmlns:a16="http://schemas.microsoft.com/office/drawing/2014/main" id="{C8F24B7A-755B-1691-928A-654B89799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091" y="4837864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_1</a:t>
            </a:r>
          </a:p>
        </p:txBody>
      </p:sp>
      <p:sp>
        <p:nvSpPr>
          <p:cNvPr id="16" name="AutoShape 1028">
            <a:extLst>
              <a:ext uri="{FF2B5EF4-FFF2-40B4-BE49-F238E27FC236}">
                <a16:creationId xmlns:a16="http://schemas.microsoft.com/office/drawing/2014/main" id="{1740D780-50B2-2A70-A4C6-4DAF8DEF4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121" y="6073574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kumimoji="1"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콜백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7" name="Rectangle 294">
            <a:extLst>
              <a:ext uri="{FF2B5EF4-FFF2-40B4-BE49-F238E27FC236}">
                <a16:creationId xmlns:a16="http://schemas.microsoft.com/office/drawing/2014/main" id="{3DEB63E2-7839-D36C-720D-DC1C3D0BF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48" y="4833255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 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B770C8-A6BB-A773-A00F-CDA6F46A2B25}"/>
              </a:ext>
            </a:extLst>
          </p:cNvPr>
          <p:cNvSpPr txBox="1"/>
          <p:nvPr/>
        </p:nvSpPr>
        <p:spPr>
          <a:xfrm>
            <a:off x="344099" y="5877301"/>
            <a:ext cx="59358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9662E3-14D1-47AF-0D9D-67FC1AA7D0C0}"/>
              </a:ext>
            </a:extLst>
          </p:cNvPr>
          <p:cNvSpPr txBox="1"/>
          <p:nvPr/>
        </p:nvSpPr>
        <p:spPr>
          <a:xfrm>
            <a:off x="561202" y="4362249"/>
            <a:ext cx="94029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대기상담원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O</a:t>
            </a:r>
            <a:endParaRPr kumimoji="1" lang="ko-KR" altLang="en-US" sz="80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6AC559E-CE43-5BB2-094D-1F66729B24F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2094408" y="5085469"/>
            <a:ext cx="0" cy="98810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D17EC92-ED42-6946-2D85-7348B13C5E96}"/>
              </a:ext>
            </a:extLst>
          </p:cNvPr>
          <p:cNvCxnSpPr>
            <a:cxnSpLocks/>
            <a:stCxn id="17" idx="2"/>
            <a:endCxn id="29" idx="0"/>
          </p:cNvCxnSpPr>
          <p:nvPr/>
        </p:nvCxnSpPr>
        <p:spPr>
          <a:xfrm>
            <a:off x="862402" y="5080860"/>
            <a:ext cx="0" cy="38732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utoShape 1028">
            <a:extLst>
              <a:ext uri="{FF2B5EF4-FFF2-40B4-BE49-F238E27FC236}">
                <a16:creationId xmlns:a16="http://schemas.microsoft.com/office/drawing/2014/main" id="{DB3E80AF-2E7B-E96A-93DB-0433F7273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10" y="5468183"/>
            <a:ext cx="882984" cy="353194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pPr lvl="0" algn="ctr" latinLnBrk="0">
              <a:defRPr/>
            </a:pP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영업지원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412348D-C142-7780-2AD6-BBD72DFEE73E}"/>
              </a:ext>
            </a:extLst>
          </p:cNvPr>
          <p:cNvCxnSpPr>
            <a:cxnSpLocks/>
            <a:stCxn id="29" idx="2"/>
            <a:endCxn id="112" idx="0"/>
          </p:cNvCxnSpPr>
          <p:nvPr/>
        </p:nvCxnSpPr>
        <p:spPr>
          <a:xfrm flipH="1">
            <a:off x="856168" y="5821377"/>
            <a:ext cx="6234" cy="30499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EC7140-5E24-E284-0683-3DCD9C8ADE15}"/>
              </a:ext>
            </a:extLst>
          </p:cNvPr>
          <p:cNvSpPr txBox="1"/>
          <p:nvPr/>
        </p:nvSpPr>
        <p:spPr>
          <a:xfrm>
            <a:off x="9058786" y="5444725"/>
            <a:ext cx="15327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| 1-3</a:t>
            </a:r>
            <a:r>
              <a:rPr lang="ko-KR" altLang="en-US" sz="800" dirty="0" err="1">
                <a:latin typeface="Futura Md" pitchFamily="34" charset="0"/>
                <a:ea typeface="가는각진제목체" pitchFamily="18" charset="-127"/>
              </a:rPr>
              <a:t>번문의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</a:t>
            </a:r>
            <a:r>
              <a:rPr lang="ko-KR" altLang="en-US" sz="800" dirty="0" err="1">
                <a:latin typeface="Futura Md" pitchFamily="34" charset="0"/>
                <a:ea typeface="가는각진제목체" pitchFamily="18" charset="-127"/>
              </a:rPr>
              <a:t>문자송</a:t>
            </a:r>
            <a:endParaRPr lang="ko-KR" altLang="en-US" sz="800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1D6D4F-9CE0-DA08-BF29-7276708892E3}"/>
              </a:ext>
            </a:extLst>
          </p:cNvPr>
          <p:cNvSpPr txBox="1"/>
          <p:nvPr/>
        </p:nvSpPr>
        <p:spPr>
          <a:xfrm>
            <a:off x="9052387" y="5671193"/>
            <a:ext cx="3048493" cy="954107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문의 상담은 아래의 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800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800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800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39DC63D1-998E-7C22-DE7B-CE99397D7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92" y="1299067"/>
            <a:ext cx="3103985" cy="7499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54579" tIns="35319" rIns="154579" bIns="35319" anchor="ctr">
            <a:noAutofit/>
          </a:bodyPr>
          <a:lstStyle/>
          <a:p>
            <a:pPr defTabSz="1255342" latinLnBrk="0">
              <a:defRPr/>
            </a:pPr>
            <a:endParaRPr lang="en-US" altLang="ko-KR" sz="800" u="sng" kern="0" dirty="0">
              <a:latin typeface="맑은 고딕" pitchFamily="50" charset="-127"/>
              <a:ea typeface="맑은 고딕" pitchFamily="50" charset="-127"/>
            </a:endParaRPr>
          </a:p>
          <a:p>
            <a:pPr defTabSz="1255342" latinLnBrk="0">
              <a:defRPr/>
            </a:pP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연결실패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900" b="1" u="sng" kern="0" dirty="0">
                <a:latin typeface="맑은 고딕" pitchFamily="50" charset="-127"/>
                <a:ea typeface="맑은 고딕" pitchFamily="50" charset="-127"/>
              </a:rPr>
              <a:t>멘트</a:t>
            </a:r>
            <a:r>
              <a:rPr lang="en-US" altLang="ko-KR" sz="900" b="1" u="sng" kern="0" dirty="0">
                <a:latin typeface="맑은 고딕" pitchFamily="50" charset="-127"/>
                <a:ea typeface="맑은 고딕" pitchFamily="50" charset="-127"/>
              </a:rPr>
              <a:t>_1</a:t>
            </a:r>
          </a:p>
          <a:p>
            <a:pPr defTabSz="1255342" latinLnBrk="0">
              <a:defRPr/>
            </a:pPr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900" kern="0" dirty="0">
                <a:latin typeface="맑은 고딕" pitchFamily="50" charset="-127"/>
              </a:rPr>
              <a:t>죄송합니다</a:t>
            </a:r>
            <a:r>
              <a:rPr lang="en-US" altLang="ko-KR" sz="900" kern="0" dirty="0">
                <a:latin typeface="맑은 고딕" pitchFamily="50" charset="-127"/>
              </a:rPr>
              <a:t>. </a:t>
            </a:r>
            <a:r>
              <a:rPr lang="ko-KR" altLang="en-US" sz="900" kern="0" dirty="0">
                <a:latin typeface="맑은 고딕" pitchFamily="50" charset="-127"/>
              </a:rPr>
              <a:t>지금은 상담이 가능한 상담사가 없습니다</a:t>
            </a:r>
            <a:r>
              <a:rPr lang="en-US" altLang="ko-KR" sz="900" kern="0" dirty="0">
                <a:latin typeface="맑은 고딕" pitchFamily="50" charset="-127"/>
              </a:rPr>
              <a:t>.</a:t>
            </a:r>
          </a:p>
          <a:p>
            <a:pPr defTabSz="1255342" latinLnBrk="0">
              <a:defRPr/>
            </a:pP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900" kern="0" dirty="0">
                <a:latin typeface="맑은 고딕" pitchFamily="50" charset="-127"/>
                <a:ea typeface="맑은 고딕" pitchFamily="50" charset="-127"/>
              </a:rPr>
              <a:t> 순차적으로 </a:t>
            </a:r>
            <a:r>
              <a:rPr lang="ko-KR" altLang="en-US" sz="900" kern="0" dirty="0" err="1">
                <a:latin typeface="맑은 고딕" pitchFamily="50" charset="-127"/>
                <a:ea typeface="맑은 고딕" pitchFamily="50" charset="-127"/>
              </a:rPr>
              <a:t>연락드리겠습니다</a:t>
            </a:r>
            <a:r>
              <a:rPr lang="en-US" altLang="ko-KR" sz="900" kern="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Rectangle 30">
            <a:extLst>
              <a:ext uri="{FF2B5EF4-FFF2-40B4-BE49-F238E27FC236}">
                <a16:creationId xmlns:a16="http://schemas.microsoft.com/office/drawing/2014/main" id="{EBAF43D0-B97F-59EC-14D8-F9107A75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1220" y="3034687"/>
            <a:ext cx="3090445" cy="7074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154579" tIns="35319" rIns="154579" bIns="35319" anchor="ctr">
            <a:noAutofit/>
          </a:bodyPr>
          <a:lstStyle/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1-1 : 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대기중인 상담원 연결</a:t>
            </a:r>
            <a:endParaRPr kumimoji="1" lang="en-US" altLang="ko-KR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1-2 : IVR</a:t>
            </a:r>
            <a:r>
              <a:rPr kumimoji="1" lang="ko-KR" altLang="en-US" sz="900" dirty="0" err="1">
                <a:solidFill>
                  <a:prstClr val="black"/>
                </a:solidFill>
                <a:latin typeface="+mj-lt"/>
                <a:ea typeface="나눔고딕" pitchFamily="2" charset="-127"/>
              </a:rPr>
              <a:t>호전환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 및 대기중인 상담원 차례로 연결</a:t>
            </a:r>
            <a:endParaRPr kumimoji="1" lang="en-US" altLang="ko-KR" sz="900" dirty="0">
              <a:solidFill>
                <a:prstClr val="black"/>
              </a:solidFill>
              <a:latin typeface="+mj-lt"/>
              <a:ea typeface="나눔고딕" pitchFamily="2" charset="-127"/>
            </a:endParaRPr>
          </a:p>
          <a:p>
            <a:pPr defTabSz="897118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1-3 : </a:t>
            </a:r>
            <a:r>
              <a:rPr kumimoji="1" lang="ko-KR" altLang="en-US" sz="900" dirty="0">
                <a:solidFill>
                  <a:prstClr val="black"/>
                </a:solidFill>
                <a:latin typeface="+mj-lt"/>
                <a:ea typeface="나눔고딕" pitchFamily="2" charset="-127"/>
              </a:rPr>
              <a:t>상담원 연결없이 문자 전송 안내</a:t>
            </a: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A3E81EC-8293-1C5B-F8F6-9CC32B657C65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 flipH="1">
            <a:off x="1480677" y="3650117"/>
            <a:ext cx="1" cy="305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97BFA0E-2241-3AD2-3214-D87A6622AE83}"/>
              </a:ext>
            </a:extLst>
          </p:cNvPr>
          <p:cNvSpPr txBox="1"/>
          <p:nvPr/>
        </p:nvSpPr>
        <p:spPr>
          <a:xfrm>
            <a:off x="1387686" y="4364165"/>
            <a:ext cx="94029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0"/>
              </a:spcBef>
              <a:spcAft>
                <a:spcPct val="0"/>
              </a:spcAft>
              <a:defRPr/>
            </a:pPr>
            <a:r>
              <a:rPr kumimoji="1" lang="ko-KR" altLang="en-US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대기상담원</a:t>
            </a:r>
            <a:r>
              <a:rPr kumimoji="1" lang="en-US" altLang="ko-KR" sz="80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X</a:t>
            </a:r>
            <a:endParaRPr kumimoji="1" lang="ko-KR" altLang="en-US" sz="80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12" name="Rectangle 294">
            <a:extLst>
              <a:ext uri="{FF2B5EF4-FFF2-40B4-BE49-F238E27FC236}">
                <a16:creationId xmlns:a16="http://schemas.microsoft.com/office/drawing/2014/main" id="{FC3ADC47-BBD4-FABF-482E-9E7ABBD9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51" y="6126369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_2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E05B27D-604A-9038-DEA6-EE2E42B4CAC2}"/>
              </a:ext>
            </a:extLst>
          </p:cNvPr>
          <p:cNvCxnSpPr>
            <a:cxnSpLocks/>
            <a:stCxn id="112" idx="3"/>
            <a:endCxn id="16" idx="1"/>
          </p:cNvCxnSpPr>
          <p:nvPr/>
        </p:nvCxnSpPr>
        <p:spPr>
          <a:xfrm flipV="1">
            <a:off x="1382485" y="6250171"/>
            <a:ext cx="138636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AutoShape 333">
            <a:extLst>
              <a:ext uri="{FF2B5EF4-FFF2-40B4-BE49-F238E27FC236}">
                <a16:creationId xmlns:a16="http://schemas.microsoft.com/office/drawing/2014/main" id="{397DCE6E-222D-7857-6B44-84DA9FC71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3914" y="3904442"/>
            <a:ext cx="1244058" cy="325106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70639" tIns="35319" rIns="70639" bIns="35319" anchor="ctr">
            <a:spAutoFit/>
          </a:bodyPr>
          <a:lstStyle/>
          <a:p>
            <a:pPr algn="ctr" defTabSz="1255342" latinLnBrk="0">
              <a:defRPr/>
            </a:pPr>
            <a:r>
              <a:rPr lang="ko-KR" altLang="en-US" sz="600" kern="0" dirty="0">
                <a:latin typeface="맑은 고딕" pitchFamily="50" charset="-127"/>
                <a:ea typeface="맑은 고딕" pitchFamily="50" charset="-127"/>
              </a:rPr>
              <a:t>상담사 체크</a:t>
            </a:r>
            <a:endParaRPr lang="en-US" altLang="ko-KR" sz="600" kern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733814B7-716B-84F1-2532-5FD568A084A9}"/>
              </a:ext>
            </a:extLst>
          </p:cNvPr>
          <p:cNvCxnSpPr>
            <a:cxnSpLocks/>
            <a:stCxn id="35" idx="2"/>
            <a:endCxn id="122" idx="0"/>
          </p:cNvCxnSpPr>
          <p:nvPr/>
        </p:nvCxnSpPr>
        <p:spPr>
          <a:xfrm>
            <a:off x="4204868" y="3641004"/>
            <a:ext cx="1075" cy="263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294">
            <a:extLst>
              <a:ext uri="{FF2B5EF4-FFF2-40B4-BE49-F238E27FC236}">
                <a16:creationId xmlns:a16="http://schemas.microsoft.com/office/drawing/2014/main" id="{A81780E5-ED0F-CBFB-F9CD-EA6C9FEE2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4025" y="4856457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상담원 연결 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29" name="Rectangle 294">
            <a:extLst>
              <a:ext uri="{FF2B5EF4-FFF2-40B4-BE49-F238E27FC236}">
                <a16:creationId xmlns:a16="http://schemas.microsoft.com/office/drawing/2014/main" id="{5EC23676-F4F2-00EC-C6CA-C593208ED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161" y="4856456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_1</a:t>
            </a: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712FF107-C2A9-4C85-F35C-1283049BB948}"/>
              </a:ext>
            </a:extLst>
          </p:cNvPr>
          <p:cNvCxnSpPr>
            <a:cxnSpLocks/>
            <a:stCxn id="122" idx="2"/>
            <a:endCxn id="128" idx="0"/>
          </p:cNvCxnSpPr>
          <p:nvPr/>
        </p:nvCxnSpPr>
        <p:spPr>
          <a:xfrm rot="5400000">
            <a:off x="3612007" y="4262520"/>
            <a:ext cx="626909" cy="56096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29095F4E-6396-7BCD-AFD5-06B36293A716}"/>
              </a:ext>
            </a:extLst>
          </p:cNvPr>
          <p:cNvCxnSpPr>
            <a:cxnSpLocks/>
            <a:stCxn id="122" idx="2"/>
            <a:endCxn id="129" idx="0"/>
          </p:cNvCxnSpPr>
          <p:nvPr/>
        </p:nvCxnSpPr>
        <p:spPr>
          <a:xfrm rot="16200000" flipH="1">
            <a:off x="4255256" y="4180234"/>
            <a:ext cx="626908" cy="72553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1A375CAC-A560-07C5-1302-7DBEF3C87169}"/>
              </a:ext>
            </a:extLst>
          </p:cNvPr>
          <p:cNvCxnSpPr>
            <a:cxnSpLocks/>
            <a:stCxn id="128" idx="2"/>
            <a:endCxn id="80" idx="0"/>
          </p:cNvCxnSpPr>
          <p:nvPr/>
        </p:nvCxnSpPr>
        <p:spPr>
          <a:xfrm>
            <a:off x="3644979" y="5104062"/>
            <a:ext cx="0" cy="1836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67CE7E07-956A-EFFB-8CD0-DF9350F50CED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 flipH="1">
            <a:off x="3637190" y="5637458"/>
            <a:ext cx="7789" cy="17964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294">
            <a:extLst>
              <a:ext uri="{FF2B5EF4-FFF2-40B4-BE49-F238E27FC236}">
                <a16:creationId xmlns:a16="http://schemas.microsoft.com/office/drawing/2014/main" id="{AD8D416B-7D83-14F8-876F-AD4BC31D5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134" y="6426768"/>
            <a:ext cx="1052634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62798" rIns="35319" bIns="62798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연결실패 멘트</a:t>
            </a:r>
            <a:r>
              <a:rPr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_2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78DCE59A-673B-B778-7A1B-A5B5CC4C42F1}"/>
              </a:ext>
            </a:extLst>
          </p:cNvPr>
          <p:cNvCxnSpPr>
            <a:cxnSpLocks/>
            <a:stCxn id="81" idx="2"/>
            <a:endCxn id="145" idx="0"/>
          </p:cNvCxnSpPr>
          <p:nvPr/>
        </p:nvCxnSpPr>
        <p:spPr>
          <a:xfrm flipH="1">
            <a:off x="3632451" y="6170295"/>
            <a:ext cx="4739" cy="25647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AutoShape 1028">
            <a:extLst>
              <a:ext uri="{FF2B5EF4-FFF2-40B4-BE49-F238E27FC236}">
                <a16:creationId xmlns:a16="http://schemas.microsoft.com/office/drawing/2014/main" id="{246C9C5E-B342-6F30-CD1C-FC9324BCA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191" y="6379828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r>
              <a:rPr kumimoji="1"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콜백</a:t>
            </a: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69D6F0E0-3078-CAE0-63AB-3E6AD1C0113D}"/>
              </a:ext>
            </a:extLst>
          </p:cNvPr>
          <p:cNvCxnSpPr>
            <a:cxnSpLocks/>
            <a:stCxn id="129" idx="2"/>
            <a:endCxn id="149" idx="0"/>
          </p:cNvCxnSpPr>
          <p:nvPr/>
        </p:nvCxnSpPr>
        <p:spPr>
          <a:xfrm>
            <a:off x="4931478" y="5104061"/>
            <a:ext cx="0" cy="127576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7988DC5E-D6A6-A559-FEA7-85B461CA23C0}"/>
              </a:ext>
            </a:extLst>
          </p:cNvPr>
          <p:cNvCxnSpPr>
            <a:cxnSpLocks/>
            <a:stCxn id="145" idx="3"/>
            <a:endCxn id="149" idx="1"/>
          </p:cNvCxnSpPr>
          <p:nvPr/>
        </p:nvCxnSpPr>
        <p:spPr>
          <a:xfrm>
            <a:off x="4158768" y="6550571"/>
            <a:ext cx="199423" cy="58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294">
            <a:extLst>
              <a:ext uri="{FF2B5EF4-FFF2-40B4-BE49-F238E27FC236}">
                <a16:creationId xmlns:a16="http://schemas.microsoft.com/office/drawing/2014/main" id="{E2018958-F90B-6CCA-0616-EE3234405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112" y="4833255"/>
            <a:ext cx="1241908" cy="2476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lIns="35319" tIns="35319" rIns="35319" bIns="35319" anchor="ctr">
            <a:noAutofit/>
          </a:bodyPr>
          <a:lstStyle/>
          <a:p>
            <a:pPr algn="ctr" defTabSz="1255342" latinLnBrk="0">
              <a:defRPr/>
            </a:pPr>
            <a:r>
              <a:rPr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 </a:t>
            </a:r>
            <a:r>
              <a:rPr lang="ko-KR" altLang="en-US" sz="800" kern="0" dirty="0" err="1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안내멘트</a:t>
            </a:r>
            <a:endParaRPr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1D5C57B8-C787-3085-F7F1-12A305496073}"/>
              </a:ext>
            </a:extLst>
          </p:cNvPr>
          <p:cNvCxnSpPr>
            <a:cxnSpLocks/>
            <a:stCxn id="59" idx="2"/>
            <a:endCxn id="160" idx="0"/>
          </p:cNvCxnSpPr>
          <p:nvPr/>
        </p:nvCxnSpPr>
        <p:spPr>
          <a:xfrm flipH="1">
            <a:off x="7159066" y="3641004"/>
            <a:ext cx="2283" cy="1192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AutoShape 1028">
            <a:extLst>
              <a:ext uri="{FF2B5EF4-FFF2-40B4-BE49-F238E27FC236}">
                <a16:creationId xmlns:a16="http://schemas.microsoft.com/office/drawing/2014/main" id="{B5B8B66A-E287-89D5-689B-E97C156D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5779" y="5848909"/>
            <a:ext cx="1146574" cy="353194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defTabSz="897118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문자발송</a:t>
            </a:r>
            <a:br>
              <a:rPr kumimoji="1" lang="en-US" altLang="ko-KR" sz="800" kern="0" dirty="0">
                <a:solidFill>
                  <a:prstClr val="black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</a:br>
            <a:endParaRPr kumimoji="1" lang="en-US" altLang="ko-KR" sz="800" kern="0" dirty="0">
              <a:solidFill>
                <a:prstClr val="black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C38DA75-AA4C-86FA-A779-BB9D790FB0A5}"/>
              </a:ext>
            </a:extLst>
          </p:cNvPr>
          <p:cNvCxnSpPr>
            <a:cxnSpLocks/>
            <a:stCxn id="160" idx="2"/>
            <a:endCxn id="166" idx="0"/>
          </p:cNvCxnSpPr>
          <p:nvPr/>
        </p:nvCxnSpPr>
        <p:spPr>
          <a:xfrm>
            <a:off x="7159066" y="5080860"/>
            <a:ext cx="0" cy="7680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530503B5-0BF5-E955-7B40-783BEA640BE1}"/>
              </a:ext>
            </a:extLst>
          </p:cNvPr>
          <p:cNvSpPr txBox="1"/>
          <p:nvPr/>
        </p:nvSpPr>
        <p:spPr>
          <a:xfrm>
            <a:off x="4258479" y="2490724"/>
            <a:ext cx="986075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 err="1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메뉴별</a:t>
            </a: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800" u="sng" dirty="0" err="1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연결예시</a:t>
            </a:r>
            <a:endParaRPr lang="ko-KR" altLang="en-US" sz="800" u="sng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30C3F63-C5B6-0209-001C-58C7C7DC5AF4}"/>
              </a:ext>
            </a:extLst>
          </p:cNvPr>
          <p:cNvSpPr txBox="1"/>
          <p:nvPr/>
        </p:nvSpPr>
        <p:spPr>
          <a:xfrm>
            <a:off x="11708007" y="1311420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3FF1649-DBDB-7AC8-A1F2-E5DCD624AA9B}"/>
              </a:ext>
            </a:extLst>
          </p:cNvPr>
          <p:cNvSpPr txBox="1"/>
          <p:nvPr/>
        </p:nvSpPr>
        <p:spPr>
          <a:xfrm>
            <a:off x="11115590" y="3034687"/>
            <a:ext cx="986075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u="sng" dirty="0" err="1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메뉴별</a:t>
            </a:r>
            <a:r>
              <a:rPr lang="ko-KR" altLang="en-US" sz="800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800" u="sng" dirty="0" err="1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연결예시</a:t>
            </a:r>
            <a:endParaRPr lang="ko-KR" altLang="en-US" sz="800" u="sng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1F60E-9E59-A465-5DAC-D1D47698A271}"/>
              </a:ext>
            </a:extLst>
          </p:cNvPr>
          <p:cNvSpPr txBox="1"/>
          <p:nvPr/>
        </p:nvSpPr>
        <p:spPr>
          <a:xfrm>
            <a:off x="11715021" y="2200625"/>
            <a:ext cx="389850" cy="2154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25"/>
              </a:spcBef>
            </a:pPr>
            <a:r>
              <a:rPr lang="ko-KR" altLang="en-US" sz="800" b="1" u="sng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</a:p>
        </p:txBody>
      </p:sp>
    </p:spTree>
    <p:extLst>
      <p:ext uri="{BB962C8B-B14F-4D97-AF65-F5344CB8AC3E}">
        <p14:creationId xmlns:p14="http://schemas.microsoft.com/office/powerpoint/2010/main" val="38342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28">
            <a:extLst>
              <a:ext uri="{FF2B5EF4-FFF2-40B4-BE49-F238E27FC236}">
                <a16:creationId xmlns:a16="http://schemas.microsoft.com/office/drawing/2014/main" id="{E86C244F-B856-AF72-2D7E-21496C04C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661" y="595405"/>
            <a:ext cx="1717018" cy="353450"/>
          </a:xfrm>
          <a:prstGeom prst="flowChartAlternateProcess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ko-KR" altLang="en-US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업무 외 시간 </a:t>
            </a:r>
            <a:r>
              <a:rPr lang="en-US" altLang="ko-KR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18:00-09:00</a:t>
            </a:r>
          </a:p>
        </p:txBody>
      </p:sp>
      <p:sp>
        <p:nvSpPr>
          <p:cNvPr id="5" name="Rectangle 301">
            <a:extLst>
              <a:ext uri="{FF2B5EF4-FFF2-40B4-BE49-F238E27FC236}">
                <a16:creationId xmlns:a16="http://schemas.microsoft.com/office/drawing/2014/main" id="{2A4A2B6B-D5E8-DF87-DBA3-8E20645D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525" y="1387557"/>
            <a:ext cx="4222769" cy="880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5596" tIns="62798" rIns="125596" bIns="62798" anchor="ctr">
            <a:spAutoFit/>
          </a:bodyPr>
          <a:lstStyle/>
          <a:p>
            <a:pPr latinLnBrk="0">
              <a:defRPr/>
            </a:pPr>
            <a:r>
              <a:rPr lang="en-US" altLang="ko-KR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[Main </a:t>
            </a:r>
            <a:r>
              <a:rPr lang="en-US" altLang="ko-KR" sz="800" b="1" kern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Ment</a:t>
            </a:r>
            <a:r>
              <a:rPr lang="en-US" altLang="ko-KR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latinLnBrk="0"/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상담 가능 시간이 아닙니다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0"/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OOO 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센터는 평일 오전 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시부터 오후 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시까지 운영하고 있습니다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800" kern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운영시간에 순차적으로 처리하겠습니다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감사합니다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전단계로 돌아가기는 우물정자를 눌러주십시오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3FAAAF-4AC8-ACED-AB91-853603B0D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407770"/>
              </p:ext>
            </p:extLst>
          </p:nvPr>
        </p:nvGraphicFramePr>
        <p:xfrm>
          <a:off x="206416" y="198424"/>
          <a:ext cx="11757723" cy="266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84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Status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업무 외 시간 </a:t>
                      </a:r>
                      <a:r>
                        <a:rPr lang="ko-KR" altLang="en-US" sz="10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콜백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사용 시</a:t>
                      </a:r>
                      <a:endParaRPr lang="ko-KR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인입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경로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대표번호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(0000-0000)</a:t>
                      </a:r>
                      <a:endParaRPr lang="ko-KR" altLang="ko-KR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메뉴 경로</a:t>
                      </a:r>
                      <a:endParaRPr lang="ko-KR" alt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업무외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시간</a:t>
                      </a: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AutoShape 370">
            <a:extLst>
              <a:ext uri="{FF2B5EF4-FFF2-40B4-BE49-F238E27FC236}">
                <a16:creationId xmlns:a16="http://schemas.microsoft.com/office/drawing/2014/main" id="{7A0D2DCE-39FE-A7C0-4808-3935C5E88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757" y="2911928"/>
            <a:ext cx="1924309" cy="383564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69303" tIns="34651" rIns="69303" bIns="34651" anchor="ctr">
            <a:spAutoFit/>
          </a:bodyPr>
          <a:lstStyle/>
          <a:p>
            <a:pPr algn="ctr" defTabSz="1231616" latinLnBrk="0"/>
            <a:r>
              <a:rPr lang="ko-KR" altLang="en-US" sz="800" b="1" kern="0" dirty="0">
                <a:latin typeface="맑은고딕"/>
                <a:ea typeface="맑은 고딕" pitchFamily="50" charset="-127"/>
              </a:rPr>
              <a:t>번호 입력 및 체크</a:t>
            </a:r>
            <a:endParaRPr lang="en-US" altLang="ko-KR" sz="800" b="1" kern="0" dirty="0">
              <a:latin typeface="맑은고딕"/>
              <a:ea typeface="맑은 고딕" pitchFamily="50" charset="-127"/>
            </a:endParaRP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09D1CC0D-9C7C-AA4F-89DB-B85AD7C1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994" y="3514715"/>
            <a:ext cx="2265834" cy="4937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123221" tIns="61611" rIns="123221" bIns="61611" anchor="ctr">
            <a:spAutoFit/>
          </a:bodyPr>
          <a:lstStyle/>
          <a:p>
            <a:pPr algn="ctr" latinLnBrk="0"/>
            <a:r>
              <a:rPr lang="ko-KR" altLang="en-US" sz="800"/>
              <a:t>입력하신 번호는 </a:t>
            </a:r>
            <a:r>
              <a:rPr lang="en-US" altLang="ko-KR" sz="800" dirty="0"/>
              <a:t>000-0000-0000</a:t>
            </a:r>
            <a:r>
              <a:rPr lang="ko-KR" altLang="en-US" sz="800" dirty="0"/>
              <a:t>입니다</a:t>
            </a:r>
            <a:r>
              <a:rPr lang="en-US" altLang="ko-KR" sz="800" dirty="0"/>
              <a:t>.</a:t>
            </a:r>
          </a:p>
          <a:p>
            <a:pPr algn="ctr" latinLnBrk="0"/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맞으면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다시 입력은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번을 눌러주십시오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" name="AutoShape 1028">
            <a:extLst>
              <a:ext uri="{FF2B5EF4-FFF2-40B4-BE49-F238E27FC236}">
                <a16:creationId xmlns:a16="http://schemas.microsoft.com/office/drawing/2014/main" id="{FE76096C-9D5E-ECA0-F3F9-B183DA92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654" y="4246940"/>
            <a:ext cx="1138512" cy="359332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latinLnBrk="0"/>
            <a:r>
              <a:rPr lang="ko-KR" altLang="en-US" sz="800" kern="0" dirty="0" err="1">
                <a:latin typeface="맑은 고딕" pitchFamily="50" charset="-127"/>
                <a:ea typeface="맑은 고딕" pitchFamily="50" charset="-127"/>
              </a:rPr>
              <a:t>콜백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88">
            <a:extLst>
              <a:ext uri="{FF2B5EF4-FFF2-40B4-BE49-F238E27FC236}">
                <a16:creationId xmlns:a16="http://schemas.microsoft.com/office/drawing/2014/main" id="{D5DF90B2-9235-638F-C22E-6B432791B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813" y="4844739"/>
            <a:ext cx="1934194" cy="4937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3221" tIns="61611" rIns="123221" bIns="61611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8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남겨주신</a:t>
            </a:r>
            <a:r>
              <a:rPr lang="ko-KR" altLang="en-US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연락처로 </a:t>
            </a:r>
            <a:r>
              <a:rPr lang="ko-KR" altLang="en-US" sz="8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연락드리겠습니다</a:t>
            </a:r>
            <a:r>
              <a:rPr lang="en-US" altLang="ko-KR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..</a:t>
            </a:r>
          </a:p>
          <a:p>
            <a:pPr algn="ctr" latinLnBrk="0"/>
            <a:r>
              <a:rPr lang="ko-KR" altLang="en-US" sz="8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이용해주셔서</a:t>
            </a:r>
            <a:r>
              <a:rPr lang="ko-KR" altLang="en-US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감사합니다</a:t>
            </a:r>
            <a:r>
              <a:rPr lang="en-US" altLang="ko-KR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D8D6F778-2B64-B8C0-33B6-73B0BB002DCE}"/>
              </a:ext>
            </a:extLst>
          </p:cNvPr>
          <p:cNvSpPr/>
          <p:nvPr/>
        </p:nvSpPr>
        <p:spPr>
          <a:xfrm>
            <a:off x="2945593" y="5576965"/>
            <a:ext cx="1048634" cy="326055"/>
          </a:xfrm>
          <a:prstGeom prst="flowChartTerminator">
            <a:avLst/>
          </a:prstGeom>
          <a:solidFill>
            <a:srgbClr val="FFFFCC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60787" tIns="30394" rIns="60787" bIns="30394" anchor="ctr"/>
          <a:lstStyle/>
          <a:p>
            <a:pPr lvl="0" algn="ctr" latinLnBrk="0">
              <a:defRPr/>
            </a:pPr>
            <a:r>
              <a:rPr lang="ko-KR" altLang="en-US" sz="900" b="1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통화종료</a:t>
            </a:r>
            <a:endParaRPr lang="en-US" altLang="ko-KR" sz="900" b="1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577F083-0160-49E7-3A2F-566B92E9C2D9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 bwMode="auto">
          <a:xfrm flipH="1">
            <a:off x="3469911" y="3295492"/>
            <a:ext cx="1" cy="219223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CF1B6D2-4AD5-A4DD-685A-BDD8CDCD1EB1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auto">
          <a:xfrm flipH="1">
            <a:off x="3469910" y="4008472"/>
            <a:ext cx="1" cy="238468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399D2AC-1A59-0DCC-59FF-7251ED8AB3C3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 bwMode="auto">
          <a:xfrm>
            <a:off x="3469910" y="4606272"/>
            <a:ext cx="0" cy="238467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A301B42-2913-D646-7FCD-082F90C4B0BD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 bwMode="auto">
          <a:xfrm>
            <a:off x="3469910" y="5338496"/>
            <a:ext cx="0" cy="238469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22" name="꺾인 연결선 26">
            <a:extLst>
              <a:ext uri="{FF2B5EF4-FFF2-40B4-BE49-F238E27FC236}">
                <a16:creationId xmlns:a16="http://schemas.microsoft.com/office/drawing/2014/main" id="{5205B2E8-E105-6402-0DF5-923736CC95CE}"/>
              </a:ext>
            </a:extLst>
          </p:cNvPr>
          <p:cNvCxnSpPr>
            <a:cxnSpLocks/>
            <a:stCxn id="10" idx="3"/>
            <a:endCxn id="7" idx="3"/>
          </p:cNvCxnSpPr>
          <p:nvPr/>
        </p:nvCxnSpPr>
        <p:spPr bwMode="auto">
          <a:xfrm flipH="1" flipV="1">
            <a:off x="4432066" y="3103710"/>
            <a:ext cx="170762" cy="657884"/>
          </a:xfrm>
          <a:prstGeom prst="bentConnector3">
            <a:avLst>
              <a:gd name="adj1" fmla="val -133871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B266478-19A7-0B6F-0126-F847A35C71C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3469910" y="948855"/>
            <a:ext cx="2260" cy="438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F9914B7-2B21-A5C6-1F77-F8268B21DEF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3469910" y="2268432"/>
            <a:ext cx="2" cy="643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23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28">
            <a:extLst>
              <a:ext uri="{FF2B5EF4-FFF2-40B4-BE49-F238E27FC236}">
                <a16:creationId xmlns:a16="http://schemas.microsoft.com/office/drawing/2014/main" id="{E86C244F-B856-AF72-2D7E-21496C04C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661" y="595405"/>
            <a:ext cx="1717018" cy="353450"/>
          </a:xfrm>
          <a:prstGeom prst="flowChartAlternateProcess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ko-KR" altLang="en-US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업무 외 시간 </a:t>
            </a:r>
            <a:r>
              <a:rPr lang="en-US" altLang="ko-KR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18:00-09:00</a:t>
            </a:r>
          </a:p>
        </p:txBody>
      </p:sp>
      <p:sp>
        <p:nvSpPr>
          <p:cNvPr id="5" name="Rectangle 301">
            <a:extLst>
              <a:ext uri="{FF2B5EF4-FFF2-40B4-BE49-F238E27FC236}">
                <a16:creationId xmlns:a16="http://schemas.microsoft.com/office/drawing/2014/main" id="{2A4A2B6B-D5E8-DF87-DBA3-8E20645D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525" y="1202892"/>
            <a:ext cx="4222769" cy="12502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5596" tIns="62798" rIns="125596" bIns="62798" anchor="ctr">
            <a:spAutoFit/>
          </a:bodyPr>
          <a:lstStyle/>
          <a:p>
            <a:pPr latinLnBrk="0">
              <a:defRPr/>
            </a:pPr>
            <a:r>
              <a:rPr lang="en-US" altLang="ko-KR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[Main </a:t>
            </a:r>
            <a:r>
              <a:rPr lang="en-US" altLang="ko-KR" sz="800" b="1" kern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Ment</a:t>
            </a:r>
            <a:r>
              <a:rPr lang="en-US" altLang="ko-KR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latinLnBrk="0"/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상담 가능 시간이 아닙니다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0"/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OOO 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센터는 평일 오전 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시부터 오후 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시까지 운영하고 있습니다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채팅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상담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파트너센터 일대일 문의를 </a:t>
            </a:r>
            <a:r>
              <a:rPr lang="ko-KR" altLang="en-US" sz="800" kern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운영시간에 순차적으로 처리하겠습니다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감사합니다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채팅 상담 링크를 원하실 경우 문자를 수신하실 핸드폰 번호를 누르신 뒤 별표를 눌러주십시오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전단계로 돌아가기는 우물정자를 눌러주십시오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C10197-CF26-4E6B-E0F7-25985B2A95C7}"/>
              </a:ext>
            </a:extLst>
          </p:cNvPr>
          <p:cNvSpPr txBox="1"/>
          <p:nvPr/>
        </p:nvSpPr>
        <p:spPr>
          <a:xfrm>
            <a:off x="9010605" y="734700"/>
            <a:ext cx="1287532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업무 종료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34CFB70-9585-7515-C8B1-95B4E7A27D74}"/>
              </a:ext>
            </a:extLst>
          </p:cNvPr>
          <p:cNvSpPr txBox="1"/>
          <p:nvPr/>
        </p:nvSpPr>
        <p:spPr>
          <a:xfrm>
            <a:off x="9004206" y="961168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kumimoji="1" lang="ko-KR" altLang="en-US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3FAAAF-4AC8-ACED-AB91-853603B0D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486258"/>
              </p:ext>
            </p:extLst>
          </p:nvPr>
        </p:nvGraphicFramePr>
        <p:xfrm>
          <a:off x="206416" y="198424"/>
          <a:ext cx="11757723" cy="266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84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Status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업무 외 시간 문자</a:t>
                      </a:r>
                      <a:endParaRPr lang="ko-KR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인입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경로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대표번호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(0000-0000)</a:t>
                      </a:r>
                      <a:endParaRPr lang="ko-KR" altLang="ko-KR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+mn-ea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메뉴 경로</a:t>
                      </a:r>
                      <a:endParaRPr lang="ko-KR" alt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업무 외 시간</a:t>
                      </a: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AutoShape 370">
            <a:extLst>
              <a:ext uri="{FF2B5EF4-FFF2-40B4-BE49-F238E27FC236}">
                <a16:creationId xmlns:a16="http://schemas.microsoft.com/office/drawing/2014/main" id="{7A0D2DCE-39FE-A7C0-4808-3935C5E88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757" y="2911928"/>
            <a:ext cx="1924309" cy="383564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69303" tIns="34651" rIns="69303" bIns="34651" anchor="ctr">
            <a:spAutoFit/>
          </a:bodyPr>
          <a:lstStyle/>
          <a:p>
            <a:pPr algn="ctr" defTabSz="1231616" latinLnBrk="0"/>
            <a:r>
              <a:rPr lang="ko-KR" altLang="en-US" sz="800" b="1" kern="0" dirty="0">
                <a:latin typeface="맑은고딕"/>
                <a:ea typeface="맑은 고딕" pitchFamily="50" charset="-127"/>
              </a:rPr>
              <a:t>번호 입력 및 체크</a:t>
            </a:r>
            <a:endParaRPr lang="en-US" altLang="ko-KR" sz="800" b="1" kern="0" dirty="0">
              <a:latin typeface="맑은고딕"/>
              <a:ea typeface="맑은 고딕" pitchFamily="50" charset="-127"/>
            </a:endParaRP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09D1CC0D-9C7C-AA4F-89DB-B85AD7C1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994" y="3514715"/>
            <a:ext cx="2265834" cy="4937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123221" tIns="61611" rIns="123221" bIns="61611" anchor="ctr">
            <a:spAutoFit/>
          </a:bodyPr>
          <a:lstStyle/>
          <a:p>
            <a:pPr algn="ctr" latinLnBrk="0"/>
            <a:r>
              <a:rPr lang="ko-KR" altLang="en-US" sz="800"/>
              <a:t>입력하신 번호는 </a:t>
            </a:r>
            <a:r>
              <a:rPr lang="en-US" altLang="ko-KR" sz="800" dirty="0"/>
              <a:t>000-0000-0000</a:t>
            </a:r>
            <a:r>
              <a:rPr lang="ko-KR" altLang="en-US" sz="800" dirty="0"/>
              <a:t>입니다</a:t>
            </a:r>
            <a:r>
              <a:rPr lang="en-US" altLang="ko-KR" sz="800" dirty="0"/>
              <a:t>.</a:t>
            </a:r>
          </a:p>
          <a:p>
            <a:pPr algn="ctr" latinLnBrk="0"/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맞으면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다시 입력은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번을 눌러주십시오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" name="AutoShape 1028">
            <a:extLst>
              <a:ext uri="{FF2B5EF4-FFF2-40B4-BE49-F238E27FC236}">
                <a16:creationId xmlns:a16="http://schemas.microsoft.com/office/drawing/2014/main" id="{FE76096C-9D5E-ECA0-F3F9-B183DA92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654" y="4246940"/>
            <a:ext cx="1138512" cy="359332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latinLnBrk="0"/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문자발송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문자 템플릿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_ 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업무 종료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88">
            <a:extLst>
              <a:ext uri="{FF2B5EF4-FFF2-40B4-BE49-F238E27FC236}">
                <a16:creationId xmlns:a16="http://schemas.microsoft.com/office/drawing/2014/main" id="{D5DF90B2-9235-638F-C22E-6B432791B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813" y="4906294"/>
            <a:ext cx="1934194" cy="3706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3221" tIns="61611" rIns="123221" bIns="61611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문자 발송이 완료되었습니다</a:t>
            </a:r>
            <a:r>
              <a:rPr lang="en-US" altLang="ko-KR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 latinLnBrk="0"/>
            <a:r>
              <a:rPr lang="ko-KR" altLang="en-US" sz="8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이용해주셔서</a:t>
            </a:r>
            <a:r>
              <a:rPr lang="ko-KR" altLang="en-US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감사합니다</a:t>
            </a:r>
            <a:r>
              <a:rPr lang="en-US" altLang="ko-KR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D8D6F778-2B64-B8C0-33B6-73B0BB002DCE}"/>
              </a:ext>
            </a:extLst>
          </p:cNvPr>
          <p:cNvSpPr/>
          <p:nvPr/>
        </p:nvSpPr>
        <p:spPr>
          <a:xfrm>
            <a:off x="2945593" y="5576965"/>
            <a:ext cx="1048634" cy="326055"/>
          </a:xfrm>
          <a:prstGeom prst="flowChartTerminator">
            <a:avLst/>
          </a:prstGeom>
          <a:solidFill>
            <a:srgbClr val="FFFFCC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60787" tIns="30394" rIns="60787" bIns="30394" anchor="ctr"/>
          <a:lstStyle/>
          <a:p>
            <a:pPr lvl="0" algn="ctr" latinLnBrk="0">
              <a:defRPr/>
            </a:pPr>
            <a:r>
              <a:rPr lang="ko-KR" altLang="en-US" sz="900" b="1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통화종료</a:t>
            </a:r>
            <a:endParaRPr lang="en-US" altLang="ko-KR" sz="900" b="1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577F083-0160-49E7-3A2F-566B92E9C2D9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 bwMode="auto">
          <a:xfrm flipH="1">
            <a:off x="3469911" y="3295492"/>
            <a:ext cx="1" cy="219223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CF1B6D2-4AD5-A4DD-685A-BDD8CDCD1EB1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auto">
          <a:xfrm flipH="1">
            <a:off x="3469910" y="4008472"/>
            <a:ext cx="1" cy="238468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399D2AC-1A59-0DCC-59FF-7251ED8AB3C3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 bwMode="auto">
          <a:xfrm>
            <a:off x="3469910" y="4606272"/>
            <a:ext cx="0" cy="300022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A301B42-2913-D646-7FCD-082F90C4B0BD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 bwMode="auto">
          <a:xfrm>
            <a:off x="3469910" y="5276941"/>
            <a:ext cx="0" cy="300024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22" name="꺾인 연결선 26">
            <a:extLst>
              <a:ext uri="{FF2B5EF4-FFF2-40B4-BE49-F238E27FC236}">
                <a16:creationId xmlns:a16="http://schemas.microsoft.com/office/drawing/2014/main" id="{5205B2E8-E105-6402-0DF5-923736CC95CE}"/>
              </a:ext>
            </a:extLst>
          </p:cNvPr>
          <p:cNvCxnSpPr>
            <a:cxnSpLocks/>
            <a:stCxn id="10" idx="3"/>
            <a:endCxn id="7" idx="3"/>
          </p:cNvCxnSpPr>
          <p:nvPr/>
        </p:nvCxnSpPr>
        <p:spPr bwMode="auto">
          <a:xfrm flipH="1" flipV="1">
            <a:off x="4432066" y="3103710"/>
            <a:ext cx="170762" cy="657884"/>
          </a:xfrm>
          <a:prstGeom prst="bentConnector3">
            <a:avLst>
              <a:gd name="adj1" fmla="val -133871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B266478-19A7-0B6F-0126-F847A35C71C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3469910" y="948855"/>
            <a:ext cx="2260" cy="2540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F9914B7-2B21-A5C6-1F77-F8268B21DEF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3469910" y="2453099"/>
            <a:ext cx="2" cy="458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30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28">
            <a:extLst>
              <a:ext uri="{FF2B5EF4-FFF2-40B4-BE49-F238E27FC236}">
                <a16:creationId xmlns:a16="http://schemas.microsoft.com/office/drawing/2014/main" id="{E86C244F-B856-AF72-2D7E-21496C04C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661" y="595405"/>
            <a:ext cx="1717018" cy="353450"/>
          </a:xfrm>
          <a:prstGeom prst="flowChartAlternateProcess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ko-KR" altLang="en-US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점심시간</a:t>
            </a:r>
            <a:endParaRPr lang="en-US" altLang="ko-KR" sz="800" b="1" kern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301">
            <a:extLst>
              <a:ext uri="{FF2B5EF4-FFF2-40B4-BE49-F238E27FC236}">
                <a16:creationId xmlns:a16="http://schemas.microsoft.com/office/drawing/2014/main" id="{2A4A2B6B-D5E8-DF87-DBA3-8E20645D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525" y="1387557"/>
            <a:ext cx="4222769" cy="880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5596" tIns="62798" rIns="125596" bIns="62798" anchor="ctr">
            <a:spAutoFit/>
          </a:bodyPr>
          <a:lstStyle/>
          <a:p>
            <a:pPr latinLnBrk="0">
              <a:defRPr/>
            </a:pPr>
            <a:r>
              <a:rPr lang="en-US" altLang="ko-KR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[Main </a:t>
            </a:r>
            <a:r>
              <a:rPr lang="en-US" altLang="ko-KR" sz="800" b="1" kern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Ment</a:t>
            </a:r>
            <a:r>
              <a:rPr lang="en-US" altLang="ko-KR" sz="800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latinLnBrk="0"/>
            <a:r>
              <a:rPr kumimoji="1"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점심시간입니다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0"/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OOO 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센터의 점심시간은 평일 오전 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시부터 오후 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시까지 입니다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연락처를 </a:t>
            </a:r>
            <a:r>
              <a:rPr lang="ko-KR" altLang="en-US" sz="800" kern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운영시간에 순차적으로 처리하겠습니다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감사합니다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전단계로 돌아가기는 우물정자를 눌러주십시오</a:t>
            </a:r>
            <a:r>
              <a:rPr lang="en-US" altLang="ko-KR" sz="800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3FAAAF-4AC8-ACED-AB91-853603B0D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129333"/>
              </p:ext>
            </p:extLst>
          </p:nvPr>
        </p:nvGraphicFramePr>
        <p:xfrm>
          <a:off x="206416" y="198424"/>
          <a:ext cx="11757723" cy="266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84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Status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점심시간 </a:t>
                      </a:r>
                      <a:r>
                        <a:rPr lang="ko-KR" altLang="en-US" sz="10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콜백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운영 시</a:t>
                      </a:r>
                      <a:endParaRPr lang="ko-KR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인입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경로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대표번호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(0000-0000)</a:t>
                      </a:r>
                      <a:endParaRPr lang="ko-KR" altLang="ko-KR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메뉴 경로</a:t>
                      </a:r>
                      <a:endParaRPr lang="ko-KR" alt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점심시간</a:t>
                      </a: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AutoShape 370">
            <a:extLst>
              <a:ext uri="{FF2B5EF4-FFF2-40B4-BE49-F238E27FC236}">
                <a16:creationId xmlns:a16="http://schemas.microsoft.com/office/drawing/2014/main" id="{7A0D2DCE-39FE-A7C0-4808-3935C5E88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757" y="2911928"/>
            <a:ext cx="1924309" cy="383564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69303" tIns="34651" rIns="69303" bIns="34651" anchor="ctr">
            <a:spAutoFit/>
          </a:bodyPr>
          <a:lstStyle/>
          <a:p>
            <a:pPr algn="ctr" defTabSz="1231616" latinLnBrk="0"/>
            <a:r>
              <a:rPr lang="ko-KR" altLang="en-US" sz="800" b="1" kern="0" dirty="0">
                <a:latin typeface="맑은고딕"/>
                <a:ea typeface="맑은 고딕" pitchFamily="50" charset="-127"/>
              </a:rPr>
              <a:t>번호 입력 및 체크</a:t>
            </a:r>
            <a:endParaRPr lang="en-US" altLang="ko-KR" sz="800" b="1" kern="0" dirty="0">
              <a:latin typeface="맑은고딕"/>
              <a:ea typeface="맑은 고딕" pitchFamily="50" charset="-127"/>
            </a:endParaRP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09D1CC0D-9C7C-AA4F-89DB-B85AD7C1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994" y="3514715"/>
            <a:ext cx="2265834" cy="4937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123221" tIns="61611" rIns="123221" bIns="61611" anchor="ctr">
            <a:spAutoFit/>
          </a:bodyPr>
          <a:lstStyle/>
          <a:p>
            <a:pPr algn="ctr" latinLnBrk="0"/>
            <a:r>
              <a:rPr lang="ko-KR" altLang="en-US" sz="800"/>
              <a:t>입력하신 번호는 </a:t>
            </a:r>
            <a:r>
              <a:rPr lang="en-US" altLang="ko-KR" sz="800" dirty="0"/>
              <a:t>000-0000-0000</a:t>
            </a:r>
            <a:r>
              <a:rPr lang="ko-KR" altLang="en-US" sz="800" dirty="0"/>
              <a:t>입니다</a:t>
            </a:r>
            <a:r>
              <a:rPr lang="en-US" altLang="ko-KR" sz="800" dirty="0"/>
              <a:t>.</a:t>
            </a:r>
          </a:p>
          <a:p>
            <a:pPr algn="ctr" latinLnBrk="0"/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맞으면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다시 입력은 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800" kern="0" dirty="0">
                <a:latin typeface="맑은 고딕" pitchFamily="50" charset="-127"/>
                <a:ea typeface="맑은 고딕" pitchFamily="50" charset="-127"/>
              </a:rPr>
              <a:t>번을 눌러주십시오</a:t>
            </a:r>
            <a:r>
              <a:rPr lang="en-US" altLang="ko-KR" sz="800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" name="AutoShape 1028">
            <a:extLst>
              <a:ext uri="{FF2B5EF4-FFF2-40B4-BE49-F238E27FC236}">
                <a16:creationId xmlns:a16="http://schemas.microsoft.com/office/drawing/2014/main" id="{FE76096C-9D5E-ECA0-F3F9-B183DA92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654" y="4246940"/>
            <a:ext cx="1138512" cy="359332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latinLnBrk="0"/>
            <a:r>
              <a:rPr lang="ko-KR" altLang="en-US" sz="800" kern="0" dirty="0" err="1">
                <a:latin typeface="맑은 고딕" pitchFamily="50" charset="-127"/>
                <a:ea typeface="맑은 고딕" pitchFamily="50" charset="-127"/>
              </a:rPr>
              <a:t>콜백</a:t>
            </a:r>
            <a:endParaRPr lang="en-US" altLang="ko-KR" sz="80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88">
            <a:extLst>
              <a:ext uri="{FF2B5EF4-FFF2-40B4-BE49-F238E27FC236}">
                <a16:creationId xmlns:a16="http://schemas.microsoft.com/office/drawing/2014/main" id="{D5DF90B2-9235-638F-C22E-6B432791B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813" y="4844739"/>
            <a:ext cx="1934194" cy="4937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3221" tIns="61611" rIns="123221" bIns="61611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8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남겨주신</a:t>
            </a:r>
            <a:r>
              <a:rPr lang="ko-KR" altLang="en-US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연락처로 </a:t>
            </a:r>
            <a:r>
              <a:rPr lang="ko-KR" altLang="en-US" sz="8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연락드리겠습니다</a:t>
            </a:r>
            <a:r>
              <a:rPr lang="en-US" altLang="ko-KR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..</a:t>
            </a:r>
          </a:p>
          <a:p>
            <a:pPr algn="ctr" latinLnBrk="0"/>
            <a:r>
              <a:rPr lang="ko-KR" altLang="en-US" sz="800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이용해주셔서</a:t>
            </a:r>
            <a:r>
              <a:rPr lang="ko-KR" altLang="en-US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감사합니다</a:t>
            </a:r>
            <a:r>
              <a:rPr lang="en-US" altLang="ko-KR" sz="8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D8D6F778-2B64-B8C0-33B6-73B0BB002DCE}"/>
              </a:ext>
            </a:extLst>
          </p:cNvPr>
          <p:cNvSpPr/>
          <p:nvPr/>
        </p:nvSpPr>
        <p:spPr>
          <a:xfrm>
            <a:off x="2945593" y="5576965"/>
            <a:ext cx="1048634" cy="326055"/>
          </a:xfrm>
          <a:prstGeom prst="flowChartTerminator">
            <a:avLst/>
          </a:prstGeom>
          <a:solidFill>
            <a:srgbClr val="FFFFCC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60787" tIns="30394" rIns="60787" bIns="30394" anchor="ctr"/>
          <a:lstStyle/>
          <a:p>
            <a:pPr lvl="0" algn="ctr" latinLnBrk="0">
              <a:defRPr/>
            </a:pPr>
            <a:r>
              <a:rPr lang="ko-KR" altLang="en-US" sz="900" b="1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통화종료</a:t>
            </a:r>
            <a:endParaRPr lang="en-US" altLang="ko-KR" sz="900" b="1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577F083-0160-49E7-3A2F-566B92E9C2D9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 bwMode="auto">
          <a:xfrm flipH="1">
            <a:off x="3469911" y="3295492"/>
            <a:ext cx="1" cy="219223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CF1B6D2-4AD5-A4DD-685A-BDD8CDCD1EB1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auto">
          <a:xfrm flipH="1">
            <a:off x="3469910" y="4008472"/>
            <a:ext cx="1" cy="238468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399D2AC-1A59-0DCC-59FF-7251ED8AB3C3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 bwMode="auto">
          <a:xfrm>
            <a:off x="3469910" y="4606272"/>
            <a:ext cx="0" cy="238467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A301B42-2913-D646-7FCD-082F90C4B0BD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 bwMode="auto">
          <a:xfrm>
            <a:off x="3469910" y="5338496"/>
            <a:ext cx="0" cy="238469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22" name="꺾인 연결선 26">
            <a:extLst>
              <a:ext uri="{FF2B5EF4-FFF2-40B4-BE49-F238E27FC236}">
                <a16:creationId xmlns:a16="http://schemas.microsoft.com/office/drawing/2014/main" id="{5205B2E8-E105-6402-0DF5-923736CC95CE}"/>
              </a:ext>
            </a:extLst>
          </p:cNvPr>
          <p:cNvCxnSpPr>
            <a:cxnSpLocks/>
            <a:stCxn id="10" idx="3"/>
            <a:endCxn id="7" idx="3"/>
          </p:cNvCxnSpPr>
          <p:nvPr/>
        </p:nvCxnSpPr>
        <p:spPr bwMode="auto">
          <a:xfrm flipH="1" flipV="1">
            <a:off x="4432066" y="3103710"/>
            <a:ext cx="170762" cy="657884"/>
          </a:xfrm>
          <a:prstGeom prst="bentConnector3">
            <a:avLst>
              <a:gd name="adj1" fmla="val -133871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B266478-19A7-0B6F-0126-F847A35C71C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3469910" y="948855"/>
            <a:ext cx="2260" cy="438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F9914B7-2B21-A5C6-1F77-F8268B21DEF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3469910" y="2268432"/>
            <a:ext cx="2" cy="643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50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28">
            <a:extLst>
              <a:ext uri="{FF2B5EF4-FFF2-40B4-BE49-F238E27FC236}">
                <a16:creationId xmlns:a16="http://schemas.microsoft.com/office/drawing/2014/main" id="{E86C244F-B856-AF72-2D7E-21496C04C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661" y="595405"/>
            <a:ext cx="1717018" cy="353450"/>
          </a:xfrm>
          <a:prstGeom prst="flowChartAlternateProcess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39171" latinLnBrk="0">
              <a:defRPr/>
            </a:pPr>
            <a:r>
              <a:rPr lang="ko-KR" altLang="en-US" sz="785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점심시간</a:t>
            </a:r>
            <a:endParaRPr lang="en-US" altLang="ko-KR" sz="785" b="1" kern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301">
            <a:extLst>
              <a:ext uri="{FF2B5EF4-FFF2-40B4-BE49-F238E27FC236}">
                <a16:creationId xmlns:a16="http://schemas.microsoft.com/office/drawing/2014/main" id="{2A4A2B6B-D5E8-DF87-DBA3-8E20645D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525" y="1220973"/>
            <a:ext cx="4222769" cy="121404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5596" tIns="62798" rIns="125596" bIns="62798" anchor="ctr">
            <a:spAutoFit/>
          </a:bodyPr>
          <a:lstStyle/>
          <a:p>
            <a:pPr latinLnBrk="0">
              <a:defRPr/>
            </a:pPr>
            <a:r>
              <a:rPr lang="en-US" altLang="ko-KR" sz="785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[Main </a:t>
            </a:r>
            <a:r>
              <a:rPr lang="en-US" altLang="ko-KR" sz="785" b="1" kern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Ment</a:t>
            </a:r>
            <a:r>
              <a:rPr lang="en-US" altLang="ko-KR" sz="785" b="1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latinLnBrk="0"/>
            <a:r>
              <a:rPr kumimoji="1" lang="ko-KR" altLang="en-US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785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지금은 점심시간입니다</a:t>
            </a:r>
            <a:r>
              <a:rPr lang="en-US" altLang="ko-KR" sz="785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0"/>
            <a:r>
              <a:rPr lang="en-US" altLang="ko-KR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OOO </a:t>
            </a:r>
            <a:r>
              <a:rPr lang="ko-KR" altLang="en-US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센터의 점심시간은 평일 오전 </a:t>
            </a:r>
            <a:r>
              <a:rPr lang="en-US" altLang="ko-KR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시부터 오후 </a:t>
            </a:r>
            <a:r>
              <a:rPr lang="en-US" altLang="ko-KR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 sz="785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atinLnBrk="0"/>
            <a:r>
              <a:rPr lang="ko-KR" altLang="en-US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채팅</a:t>
            </a:r>
            <a:r>
              <a:rPr lang="en-US" altLang="ko-KR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상담</a:t>
            </a:r>
            <a:r>
              <a:rPr lang="en-US" altLang="ko-KR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파트너센터 일대일 문의를 </a:t>
            </a:r>
            <a:r>
              <a:rPr lang="ko-KR" altLang="en-US" sz="785" kern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남겨주시면</a:t>
            </a:r>
            <a:r>
              <a:rPr lang="ko-KR" altLang="en-US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운영시간에 순차적으로 처리하겠습니다</a:t>
            </a:r>
            <a:r>
              <a:rPr lang="en-US" altLang="ko-KR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감사합니다</a:t>
            </a:r>
            <a:r>
              <a:rPr lang="en-US" altLang="ko-KR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채팅 상담 링크를 원하실 경우 문자를 수신하실 핸드폰 번호를 누르신 뒤 별표를 눌러주십시오</a:t>
            </a:r>
            <a:r>
              <a:rPr lang="en-US" altLang="ko-KR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latinLnBrk="0"/>
            <a:r>
              <a:rPr lang="ko-KR" altLang="en-US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전단계로 돌아가기는 우물정자를 눌러주십시오</a:t>
            </a:r>
            <a:r>
              <a:rPr lang="en-US" altLang="ko-KR" sz="785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C10197-CF26-4E6B-E0F7-25985B2A95C7}"/>
              </a:ext>
            </a:extLst>
          </p:cNvPr>
          <p:cNvSpPr txBox="1"/>
          <p:nvPr/>
        </p:nvSpPr>
        <p:spPr>
          <a:xfrm>
            <a:off x="9010605" y="734700"/>
            <a:ext cx="1287532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업무 종료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34CFB70-9585-7515-C8B1-95B4E7A27D74}"/>
              </a:ext>
            </a:extLst>
          </p:cNvPr>
          <p:cNvSpPr txBox="1"/>
          <p:nvPr/>
        </p:nvSpPr>
        <p:spPr>
          <a:xfrm>
            <a:off x="9004206" y="961168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kumimoji="1" lang="ko-KR" altLang="en-US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예시</a:t>
            </a:r>
            <a:r>
              <a:rPr kumimoji="1" lang="en-US" altLang="ko-KR" sz="8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3FAAAF-4AC8-ACED-AB91-853603B0D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467353"/>
              </p:ext>
            </p:extLst>
          </p:nvPr>
        </p:nvGraphicFramePr>
        <p:xfrm>
          <a:off x="206416" y="198424"/>
          <a:ext cx="11757723" cy="266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84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Status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점심시간 문자 이용 시</a:t>
                      </a:r>
                      <a:endParaRPr lang="ko-KR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인입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 경로</a:t>
                      </a:r>
                      <a:endParaRPr 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1338" algn="l"/>
                        </a:tabLst>
                        <a:defRPr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대표번호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/>
                        </a:rPr>
                        <a:t>(0000-0000)</a:t>
                      </a:r>
                      <a:endParaRPr lang="ko-KR" altLang="ko-KR" sz="9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맑은 고딕" pitchFamily="50" charset="-127"/>
                        <a:ea typeface="+mn-ea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메뉴 경로</a:t>
                      </a:r>
                      <a:endParaRPr lang="ko-KR" altLang="ko-KR" sz="1100" b="1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A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점심시간</a:t>
                      </a:r>
                    </a:p>
                  </a:txBody>
                  <a:tcPr marL="67283" marR="67283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AutoShape 370">
            <a:extLst>
              <a:ext uri="{FF2B5EF4-FFF2-40B4-BE49-F238E27FC236}">
                <a16:creationId xmlns:a16="http://schemas.microsoft.com/office/drawing/2014/main" id="{7A0D2DCE-39FE-A7C0-4808-3935C5E88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472" y="2931171"/>
            <a:ext cx="1658879" cy="345077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69303" tIns="34651" rIns="69303" bIns="34651" anchor="ctr">
            <a:spAutoFit/>
          </a:bodyPr>
          <a:lstStyle/>
          <a:p>
            <a:pPr algn="ctr" defTabSz="1231616" latinLnBrk="0"/>
            <a:r>
              <a:rPr lang="ko-KR" altLang="en-US" sz="674" b="1" kern="0" dirty="0">
                <a:latin typeface="맑은고딕"/>
                <a:ea typeface="맑은 고딕" pitchFamily="50" charset="-127"/>
              </a:rPr>
              <a:t>번호 입력 및 체크</a:t>
            </a:r>
            <a:endParaRPr lang="en-US" altLang="ko-KR" sz="674" b="1" kern="0" dirty="0">
              <a:latin typeface="맑은고딕"/>
              <a:ea typeface="맑은 고딕" pitchFamily="50" charset="-127"/>
            </a:endParaRP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09D1CC0D-9C7C-AA4F-89DB-B85AD7C1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994" y="3593696"/>
            <a:ext cx="2265834" cy="3357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123221" tIns="61611" rIns="123221" bIns="61611" anchor="ctr">
            <a:spAutoFit/>
          </a:bodyPr>
          <a:lstStyle/>
          <a:p>
            <a:pPr algn="ctr" latinLnBrk="0"/>
            <a:r>
              <a:rPr lang="ko-KR" altLang="en-US" sz="687"/>
              <a:t>입력하신 번호는 </a:t>
            </a:r>
            <a:r>
              <a:rPr lang="en-US" altLang="ko-KR" sz="687" dirty="0"/>
              <a:t>000-0000-0000</a:t>
            </a:r>
            <a:r>
              <a:rPr lang="ko-KR" altLang="en-US" sz="687" dirty="0"/>
              <a:t>입니다</a:t>
            </a:r>
            <a:r>
              <a:rPr lang="en-US" altLang="ko-KR" sz="687" dirty="0"/>
              <a:t>.</a:t>
            </a:r>
          </a:p>
          <a:p>
            <a:pPr algn="ctr" latinLnBrk="0"/>
            <a:r>
              <a:rPr lang="ko-KR" altLang="en-US" sz="687" kern="0" dirty="0">
                <a:latin typeface="맑은 고딕" pitchFamily="50" charset="-127"/>
                <a:ea typeface="맑은 고딕" pitchFamily="50" charset="-127"/>
              </a:rPr>
              <a:t>맞으면 </a:t>
            </a:r>
            <a:r>
              <a:rPr lang="en-US" altLang="ko-KR" sz="687" kern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687" kern="0" dirty="0"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687" kern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687" kern="0" dirty="0">
                <a:latin typeface="맑은 고딕" pitchFamily="50" charset="-127"/>
                <a:ea typeface="맑은 고딕" pitchFamily="50" charset="-127"/>
              </a:rPr>
              <a:t>다시 입력은 </a:t>
            </a:r>
            <a:r>
              <a:rPr lang="en-US" altLang="ko-KR" sz="687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687" kern="0" dirty="0">
                <a:latin typeface="맑은 고딕" pitchFamily="50" charset="-127"/>
                <a:ea typeface="맑은 고딕" pitchFamily="50" charset="-127"/>
              </a:rPr>
              <a:t>번을 눌러주십시오</a:t>
            </a:r>
            <a:r>
              <a:rPr lang="en-US" altLang="ko-KR" sz="687" kern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" name="AutoShape 1028">
            <a:extLst>
              <a:ext uri="{FF2B5EF4-FFF2-40B4-BE49-F238E27FC236}">
                <a16:creationId xmlns:a16="http://schemas.microsoft.com/office/drawing/2014/main" id="{FE76096C-9D5E-ECA0-F3F9-B183DA92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654" y="4246940"/>
            <a:ext cx="1138512" cy="359332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latinLnBrk="0"/>
            <a:r>
              <a:rPr lang="ko-KR" altLang="en-US" sz="770" kern="0" dirty="0">
                <a:latin typeface="맑은 고딕" pitchFamily="50" charset="-127"/>
                <a:ea typeface="맑은 고딕" pitchFamily="50" charset="-127"/>
              </a:rPr>
              <a:t>문자발송</a:t>
            </a:r>
            <a:endParaRPr lang="en-US" altLang="ko-KR" sz="770" kern="0" dirty="0"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lang="ko-KR" altLang="en-US" sz="770" kern="0" dirty="0">
                <a:latin typeface="맑은 고딕" pitchFamily="50" charset="-127"/>
                <a:ea typeface="맑은 고딕" pitchFamily="50" charset="-127"/>
              </a:rPr>
              <a:t>문자 템플릿</a:t>
            </a:r>
            <a:r>
              <a:rPr lang="en-US" altLang="ko-KR" sz="770" kern="0" dirty="0">
                <a:latin typeface="맑은 고딕" pitchFamily="50" charset="-127"/>
                <a:ea typeface="맑은 고딕" pitchFamily="50" charset="-127"/>
              </a:rPr>
              <a:t>_ </a:t>
            </a:r>
            <a:r>
              <a:rPr lang="ko-KR" altLang="en-US" sz="770" kern="0" dirty="0">
                <a:latin typeface="맑은 고딕" pitchFamily="50" charset="-127"/>
                <a:ea typeface="맑은 고딕" pitchFamily="50" charset="-127"/>
              </a:rPr>
              <a:t>업무 종료</a:t>
            </a:r>
            <a:endParaRPr lang="en-US" altLang="ko-KR" sz="770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88">
            <a:extLst>
              <a:ext uri="{FF2B5EF4-FFF2-40B4-BE49-F238E27FC236}">
                <a16:creationId xmlns:a16="http://schemas.microsoft.com/office/drawing/2014/main" id="{D5DF90B2-9235-638F-C22E-6B432791B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813" y="4923720"/>
            <a:ext cx="1934194" cy="3357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 lIns="123221" tIns="61611" rIns="123221" bIns="61611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687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문자 발송이 완료되었습니다</a:t>
            </a:r>
            <a:r>
              <a:rPr lang="en-US" altLang="ko-KR" sz="687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 latinLnBrk="0"/>
            <a:r>
              <a:rPr lang="ko-KR" altLang="en-US" sz="687" kern="0" dirty="0" err="1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이용해주셔서</a:t>
            </a:r>
            <a:r>
              <a:rPr lang="ko-KR" altLang="en-US" sz="687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감사합니다</a:t>
            </a:r>
            <a:r>
              <a:rPr lang="en-US" altLang="ko-KR" sz="687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D8D6F778-2B64-B8C0-33B6-73B0BB002DCE}"/>
              </a:ext>
            </a:extLst>
          </p:cNvPr>
          <p:cNvSpPr/>
          <p:nvPr/>
        </p:nvSpPr>
        <p:spPr>
          <a:xfrm>
            <a:off x="2945593" y="5576965"/>
            <a:ext cx="1048634" cy="326055"/>
          </a:xfrm>
          <a:prstGeom prst="flowChartTerminator">
            <a:avLst/>
          </a:prstGeom>
          <a:solidFill>
            <a:srgbClr val="FFFFCC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60787" tIns="30394" rIns="60787" bIns="30394" anchor="ctr"/>
          <a:lstStyle/>
          <a:p>
            <a:pPr lvl="0" algn="ctr" latinLnBrk="0">
              <a:defRPr/>
            </a:pPr>
            <a:r>
              <a:rPr lang="ko-KR" altLang="en-US" sz="866" b="1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통화종료</a:t>
            </a:r>
            <a:endParaRPr lang="en-US" altLang="ko-KR" sz="866" b="1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577F083-0160-49E7-3A2F-566B92E9C2D9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 bwMode="auto">
          <a:xfrm>
            <a:off x="3469911" y="3276247"/>
            <a:ext cx="0" cy="317449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CF1B6D2-4AD5-A4DD-685A-BDD8CDCD1EB1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auto">
          <a:xfrm flipH="1">
            <a:off x="3469911" y="3929491"/>
            <a:ext cx="1" cy="317449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399D2AC-1A59-0DCC-59FF-7251ED8AB3C3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 bwMode="auto">
          <a:xfrm>
            <a:off x="3469910" y="4606271"/>
            <a:ext cx="0" cy="317449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A301B42-2913-D646-7FCD-082F90C4B0BD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 bwMode="auto">
          <a:xfrm>
            <a:off x="3469910" y="5259515"/>
            <a:ext cx="0" cy="317450"/>
          </a:xfrm>
          <a:prstGeom prst="straightConnector1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 type="triangle"/>
          </a:ln>
        </p:spPr>
      </p:cxnSp>
      <p:cxnSp>
        <p:nvCxnSpPr>
          <p:cNvPr id="22" name="꺾인 연결선 26">
            <a:extLst>
              <a:ext uri="{FF2B5EF4-FFF2-40B4-BE49-F238E27FC236}">
                <a16:creationId xmlns:a16="http://schemas.microsoft.com/office/drawing/2014/main" id="{5205B2E8-E105-6402-0DF5-923736CC95CE}"/>
              </a:ext>
            </a:extLst>
          </p:cNvPr>
          <p:cNvCxnSpPr>
            <a:cxnSpLocks/>
            <a:stCxn id="10" idx="3"/>
            <a:endCxn id="7" idx="3"/>
          </p:cNvCxnSpPr>
          <p:nvPr/>
        </p:nvCxnSpPr>
        <p:spPr bwMode="auto">
          <a:xfrm flipH="1" flipV="1">
            <a:off x="4299350" y="3103709"/>
            <a:ext cx="303478" cy="657884"/>
          </a:xfrm>
          <a:prstGeom prst="bentConnector3">
            <a:avLst>
              <a:gd name="adj1" fmla="val -73903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B266478-19A7-0B6F-0126-F847A35C71C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3469910" y="948855"/>
            <a:ext cx="2260" cy="2721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F9914B7-2B21-A5C6-1F77-F8268B21DEF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3469910" y="2435016"/>
            <a:ext cx="2" cy="496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103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B0E6C3-8011-AF7E-D96D-BC519FDB849A}"/>
              </a:ext>
            </a:extLst>
          </p:cNvPr>
          <p:cNvSpPr txBox="1"/>
          <p:nvPr/>
        </p:nvSpPr>
        <p:spPr>
          <a:xfrm>
            <a:off x="-182" y="64830"/>
            <a:ext cx="2766242" cy="2462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 defTabSz="897118" fontAlgn="base">
              <a:spcBef>
                <a:spcPts val="25"/>
              </a:spcBef>
              <a:spcAft>
                <a:spcPct val="0"/>
              </a:spcAft>
              <a:defRPr/>
            </a:pPr>
            <a:r>
              <a:rPr kumimoji="1" lang="en-US" altLang="ko-KR" sz="1000" u="sng" dirty="0">
                <a:solidFill>
                  <a:prstClr val="white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SMS Template</a:t>
            </a:r>
            <a:endParaRPr kumimoji="1" lang="ko-KR" altLang="en-US" sz="1000" u="sng" dirty="0">
              <a:solidFill>
                <a:prstClr val="white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CB5FCC-C622-E60B-6DE2-CF5C314BFD98}"/>
              </a:ext>
            </a:extLst>
          </p:cNvPr>
          <p:cNvSpPr txBox="1"/>
          <p:nvPr/>
        </p:nvSpPr>
        <p:spPr>
          <a:xfrm>
            <a:off x="247605" y="420148"/>
            <a:ext cx="1362874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업무종료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 |</a:t>
            </a:r>
            <a:endParaRPr lang="ko-KR" altLang="en-US" sz="883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4C2AB-F94E-AAA5-87BC-EADFE9F71723}"/>
              </a:ext>
            </a:extLst>
          </p:cNvPr>
          <p:cNvSpPr txBox="1"/>
          <p:nvPr/>
        </p:nvSpPr>
        <p:spPr>
          <a:xfrm>
            <a:off x="241206" y="646616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8188A-BDBA-654D-DD7C-468D11EB073C}"/>
              </a:ext>
            </a:extLst>
          </p:cNvPr>
          <p:cNvSpPr txBox="1"/>
          <p:nvPr/>
        </p:nvSpPr>
        <p:spPr>
          <a:xfrm>
            <a:off x="4886964" y="418412"/>
            <a:ext cx="1289135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OOOOO</a:t>
            </a:r>
            <a:endParaRPr lang="ko-KR" altLang="en-US" sz="883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D0319-CEF3-58CE-599B-3887F22DC98A}"/>
              </a:ext>
            </a:extLst>
          </p:cNvPr>
          <p:cNvSpPr txBox="1"/>
          <p:nvPr/>
        </p:nvSpPr>
        <p:spPr>
          <a:xfrm>
            <a:off x="4880565" y="644880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31DA6F-5E78-C038-AEE4-EE108D304853}"/>
              </a:ext>
            </a:extLst>
          </p:cNvPr>
          <p:cNvSpPr txBox="1"/>
          <p:nvPr/>
        </p:nvSpPr>
        <p:spPr>
          <a:xfrm>
            <a:off x="2564085" y="418412"/>
            <a:ext cx="1255472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점심시간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41E5FF-A650-1DDE-E0F0-DD141BEB4D84}"/>
              </a:ext>
            </a:extLst>
          </p:cNvPr>
          <p:cNvSpPr txBox="1"/>
          <p:nvPr/>
        </p:nvSpPr>
        <p:spPr>
          <a:xfrm>
            <a:off x="2557686" y="644880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23D21-C346-22D1-96AB-263915F034C7}"/>
              </a:ext>
            </a:extLst>
          </p:cNvPr>
          <p:cNvSpPr txBox="1"/>
          <p:nvPr/>
        </p:nvSpPr>
        <p:spPr>
          <a:xfrm>
            <a:off x="7216242" y="418412"/>
            <a:ext cx="1289135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OOOOO</a:t>
            </a:r>
            <a:endParaRPr lang="ko-KR" altLang="en-US" sz="883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635232-B623-3529-FA66-876BA9609FE7}"/>
              </a:ext>
            </a:extLst>
          </p:cNvPr>
          <p:cNvSpPr txBox="1"/>
          <p:nvPr/>
        </p:nvSpPr>
        <p:spPr>
          <a:xfrm>
            <a:off x="7209843" y="644880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95C9E6-F94A-6B0B-52FB-CC5DDC3937C0}"/>
              </a:ext>
            </a:extLst>
          </p:cNvPr>
          <p:cNvSpPr txBox="1"/>
          <p:nvPr/>
        </p:nvSpPr>
        <p:spPr>
          <a:xfrm>
            <a:off x="2564085" y="2352226"/>
            <a:ext cx="1289135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OOOOO</a:t>
            </a:r>
            <a:endParaRPr lang="ko-KR" altLang="en-US" sz="883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D672FE-3AFE-58FD-A44C-181AF36898E3}"/>
              </a:ext>
            </a:extLst>
          </p:cNvPr>
          <p:cNvSpPr txBox="1"/>
          <p:nvPr/>
        </p:nvSpPr>
        <p:spPr>
          <a:xfrm>
            <a:off x="2583181" y="2615179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48215-66B0-55EE-4AD5-55EA3561FE1D}"/>
              </a:ext>
            </a:extLst>
          </p:cNvPr>
          <p:cNvSpPr txBox="1"/>
          <p:nvPr/>
        </p:nvSpPr>
        <p:spPr>
          <a:xfrm>
            <a:off x="4880565" y="2352226"/>
            <a:ext cx="1289135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OOOOO</a:t>
            </a:r>
            <a:endParaRPr lang="ko-KR" altLang="en-US" sz="883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F517CD-4A65-1B7D-E815-F4E8E7011A77}"/>
              </a:ext>
            </a:extLst>
          </p:cNvPr>
          <p:cNvSpPr txBox="1"/>
          <p:nvPr/>
        </p:nvSpPr>
        <p:spPr>
          <a:xfrm>
            <a:off x="4874166" y="2616794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6455D-382C-1B98-9D32-D47BBF133EC8}"/>
              </a:ext>
            </a:extLst>
          </p:cNvPr>
          <p:cNvSpPr txBox="1"/>
          <p:nvPr/>
        </p:nvSpPr>
        <p:spPr>
          <a:xfrm>
            <a:off x="7209843" y="2358967"/>
            <a:ext cx="1289135" cy="22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"/>
              </a:spcBef>
            </a:pP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SMS </a:t>
            </a:r>
            <a:r>
              <a:rPr lang="ko-KR" altLang="en-US" sz="883" dirty="0">
                <a:latin typeface="Futura Md" pitchFamily="34" charset="0"/>
                <a:ea typeface="가는각진제목체" pitchFamily="18" charset="-127"/>
              </a:rPr>
              <a:t>발송 </a:t>
            </a:r>
            <a:r>
              <a:rPr lang="en-US" altLang="ko-KR" sz="883" dirty="0">
                <a:latin typeface="Futura Md" pitchFamily="34" charset="0"/>
                <a:ea typeface="가는각진제목체" pitchFamily="18" charset="-127"/>
              </a:rPr>
              <a:t>| OOOOO</a:t>
            </a:r>
            <a:endParaRPr lang="ko-KR" altLang="en-US" sz="883" dirty="0">
              <a:latin typeface="Futura Md" pitchFamily="34" charset="0"/>
              <a:ea typeface="가는각진제목체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4ACD1-2605-E7C1-174D-79868ED32DFD}"/>
              </a:ext>
            </a:extLst>
          </p:cNvPr>
          <p:cNvSpPr txBox="1"/>
          <p:nvPr/>
        </p:nvSpPr>
        <p:spPr>
          <a:xfrm>
            <a:off x="7203444" y="2585435"/>
            <a:ext cx="2116565" cy="129984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안녕하세요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 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 입니다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OOO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채팅 상담은 아래의 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URL</a:t>
            </a: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에서 신청할 수 있습니다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https://</a:t>
            </a:r>
          </a:p>
          <a:p>
            <a:pPr>
              <a:spcBef>
                <a:spcPts val="20"/>
              </a:spcBef>
            </a:pPr>
            <a:endParaRPr lang="en-US" altLang="ko-KR" sz="981" dirty="0">
              <a:latin typeface="Futura Md" pitchFamily="34" charset="0"/>
              <a:ea typeface="가는각진제목체" pitchFamily="18" charset="-127"/>
            </a:endParaRPr>
          </a:p>
          <a:p>
            <a:pPr>
              <a:spcBef>
                <a:spcPts val="20"/>
              </a:spcBef>
            </a:pPr>
            <a:r>
              <a:rPr lang="ko-KR" altLang="en-US" sz="981" dirty="0">
                <a:latin typeface="Futura Md" pitchFamily="34" charset="0"/>
                <a:ea typeface="가는각진제목체" pitchFamily="18" charset="-127"/>
              </a:rPr>
              <a:t>감사합니다</a:t>
            </a:r>
            <a:r>
              <a:rPr lang="en-US" altLang="ko-KR" sz="981" dirty="0">
                <a:latin typeface="Futura Md" pitchFamily="34" charset="0"/>
                <a:ea typeface="가는각진제목체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569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42D73B-9CD7-9708-295A-BA8BE0A1C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299806"/>
              </p:ext>
            </p:extLst>
          </p:nvPr>
        </p:nvGraphicFramePr>
        <p:xfrm>
          <a:off x="213064" y="376521"/>
          <a:ext cx="11774148" cy="600353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09728">
                  <a:extLst>
                    <a:ext uri="{9D8B030D-6E8A-4147-A177-3AD203B41FA5}">
                      <a16:colId xmlns:a16="http://schemas.microsoft.com/office/drawing/2014/main" val="1734029857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2745741250"/>
                    </a:ext>
                  </a:extLst>
                </a:gridCol>
                <a:gridCol w="2423821">
                  <a:extLst>
                    <a:ext uri="{9D8B030D-6E8A-4147-A177-3AD203B41FA5}">
                      <a16:colId xmlns:a16="http://schemas.microsoft.com/office/drawing/2014/main" val="3817246191"/>
                    </a:ext>
                  </a:extLst>
                </a:gridCol>
                <a:gridCol w="1062126">
                  <a:extLst>
                    <a:ext uri="{9D8B030D-6E8A-4147-A177-3AD203B41FA5}">
                      <a16:colId xmlns:a16="http://schemas.microsoft.com/office/drawing/2014/main" val="2212467529"/>
                    </a:ext>
                  </a:extLst>
                </a:gridCol>
                <a:gridCol w="2423821">
                  <a:extLst>
                    <a:ext uri="{9D8B030D-6E8A-4147-A177-3AD203B41FA5}">
                      <a16:colId xmlns:a16="http://schemas.microsoft.com/office/drawing/2014/main" val="2957874797"/>
                    </a:ext>
                  </a:extLst>
                </a:gridCol>
                <a:gridCol w="1062126">
                  <a:extLst>
                    <a:ext uri="{9D8B030D-6E8A-4147-A177-3AD203B41FA5}">
                      <a16:colId xmlns:a16="http://schemas.microsoft.com/office/drawing/2014/main" val="206345764"/>
                    </a:ext>
                  </a:extLst>
                </a:gridCol>
                <a:gridCol w="2423821">
                  <a:extLst>
                    <a:ext uri="{9D8B030D-6E8A-4147-A177-3AD203B41FA5}">
                      <a16:colId xmlns:a16="http://schemas.microsoft.com/office/drawing/2014/main" val="79581859"/>
                    </a:ext>
                  </a:extLst>
                </a:gridCol>
              </a:tblGrid>
              <a:tr h="6003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</a:rPr>
                        <a:t>큐 그룹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대기큐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</a:rPr>
                        <a:t>B</a:t>
                      </a:r>
                      <a:r>
                        <a:rPr lang="ko-KR" altLang="en-US" sz="900" b="1" u="none" strike="noStrike" dirty="0" err="1">
                          <a:effectLst/>
                        </a:rPr>
                        <a:t>대기큐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대기큐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37124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 err="1">
                          <a:effectLst/>
                        </a:rPr>
                        <a:t>큐값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순위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</a:rPr>
                        <a:t>순위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순위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316638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42502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</a:rPr>
                        <a:t>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IVR Transfer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(010-0000-0000)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</a:rPr>
                        <a:t>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154696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42503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</a:rPr>
                        <a:t>42502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</a:rPr>
                        <a:t>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56321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42504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42500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944394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42505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827248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42500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920184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42501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804167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383036"/>
                  </a:ext>
                </a:extLst>
              </a:tr>
              <a:tr h="600353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84" marR="3484" marT="34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4" marR="3484" marT="3484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28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916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7684562F40D2C44B335BB25E66EB6CC" ma:contentTypeVersion="15" ma:contentTypeDescription="새 문서를 만듭니다." ma:contentTypeScope="" ma:versionID="0fbfdaebd5c35a34d7b36c24a59ff409">
  <xsd:schema xmlns:xsd="http://www.w3.org/2001/XMLSchema" xmlns:xs="http://www.w3.org/2001/XMLSchema" xmlns:p="http://schemas.microsoft.com/office/2006/metadata/properties" xmlns:ns2="e9c04843-dfee-4f70-a3a6-df4a89913661" xmlns:ns3="bd08208f-870e-4f0c-b4cc-c8f7c4bea71e" targetNamespace="http://schemas.microsoft.com/office/2006/metadata/properties" ma:root="true" ma:fieldsID="73a14e6c68b6831213e9518b2456f3de" ns2:_="" ns3:_="">
    <xsd:import namespace="e9c04843-dfee-4f70-a3a6-df4a89913661"/>
    <xsd:import namespace="bd08208f-870e-4f0c-b4cc-c8f7c4bea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c04843-dfee-4f70-a3a6-df4a899136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0876fdc-ce8a-4dd2-bfec-755923d893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08208f-870e-4f0c-b4cc-c8f7c4bea71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0eac1cbe-b462-4dbc-8e7c-09ca17a7c376}" ma:internalName="TaxCatchAll" ma:showField="CatchAllData" ma:web="bd08208f-870e-4f0c-b4cc-c8f7c4bea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c04843-dfee-4f70-a3a6-df4a89913661">
      <Terms xmlns="http://schemas.microsoft.com/office/infopath/2007/PartnerControls"/>
    </lcf76f155ced4ddcb4097134ff3c332f>
    <TaxCatchAll xmlns="bd08208f-870e-4f0c-b4cc-c8f7c4bea7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015075-8D8A-4D22-9BEF-0B3AB1CA6A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c04843-dfee-4f70-a3a6-df4a89913661"/>
    <ds:schemaRef ds:uri="bd08208f-870e-4f0c-b4cc-c8f7c4bea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DA5264-A34C-474F-A374-C8E9876DE6DF}">
  <ds:schemaRefs>
    <ds:schemaRef ds:uri="http://schemas.microsoft.com/office/2006/documentManagement/types"/>
    <ds:schemaRef ds:uri="http://purl.org/dc/terms/"/>
    <ds:schemaRef ds:uri="bd08208f-870e-4f0c-b4cc-c8f7c4bea71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e9c04843-dfee-4f70-a3a6-df4a89913661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9EFA984-C4FE-4548-B8B6-4979456F08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3453</TotalTime>
  <Words>1726</Words>
  <Application>Microsoft Office PowerPoint</Application>
  <PresentationFormat>와이드스크린</PresentationFormat>
  <Paragraphs>481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Futura Md</vt:lpstr>
      <vt:lpstr>가는 각진</vt:lpstr>
      <vt:lpstr>가는각진제목체</vt:lpstr>
      <vt:lpstr>나눔고딕</vt:lpstr>
      <vt:lpstr>나눔고딕OTF</vt:lpstr>
      <vt:lpstr>맑은 고딕</vt:lpstr>
      <vt:lpstr>맑은고딕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구 자훈</dc:creator>
  <cp:lastModifiedBy>정한철</cp:lastModifiedBy>
  <cp:revision>253</cp:revision>
  <dcterms:created xsi:type="dcterms:W3CDTF">2023-11-20T08:43:42Z</dcterms:created>
  <dcterms:modified xsi:type="dcterms:W3CDTF">2024-11-08T01:42:26Z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0x01010097684562F40D2C44B335BB25E66EB6CC</vt:lpwstr>
  </property>
  <property fmtid="{D5CDD505-2E9C-101B-9397-08002B2CF9AE}" pid="3" name="MediaServiceImageTags">
    <vt:lpwstr/>
  </property>
</Properties>
</file>