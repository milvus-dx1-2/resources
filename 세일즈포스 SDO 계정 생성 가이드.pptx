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d1819d1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d1819d15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d1819d15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d1819d15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d1819d15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d1819d15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d1819d15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d1819d15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d1819d15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d1819d15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d1819d15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d1819d154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d1819d15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d1819d15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d1819d154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d1819d154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orgName+createdDate@milvus.co.k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68575" y="1309900"/>
            <a:ext cx="7362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dirty="0" err="1"/>
              <a:t>세일즈포스</a:t>
            </a:r>
            <a:r>
              <a:rPr lang="ko-KR" altLang="en-US" sz="4000" dirty="0"/>
              <a:t> </a:t>
            </a:r>
            <a:r>
              <a:rPr lang="en-US" altLang="ko-KR" sz="4000" dirty="0"/>
              <a:t>SDO </a:t>
            </a:r>
            <a:r>
              <a:rPr lang="ko-KR" altLang="en-US" sz="4000" dirty="0"/>
              <a:t>계정</a:t>
            </a:r>
            <a:br>
              <a:rPr lang="en-US" altLang="ko-KR" sz="4000" dirty="0"/>
            </a:br>
            <a:r>
              <a:rPr lang="ko-KR" altLang="en-US" sz="4000" dirty="0"/>
              <a:t>생성 가이드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227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20" dirty="0"/>
              <a:t>Step 1: </a:t>
            </a:r>
            <a:r>
              <a:rPr lang="ko-KR" altLang="en-US" sz="1920" dirty="0" err="1"/>
              <a:t>세일즈포스</a:t>
            </a:r>
            <a:r>
              <a:rPr lang="ko-KR" altLang="en-US" sz="1920" dirty="0"/>
              <a:t> </a:t>
            </a:r>
            <a:r>
              <a:rPr lang="ko" sz="1920" dirty="0"/>
              <a:t>Partner Community </a:t>
            </a:r>
            <a:r>
              <a:rPr lang="ko-KR" altLang="en-US" sz="1920" dirty="0"/>
              <a:t>사이트에 접속한 뒤</a:t>
            </a:r>
            <a:r>
              <a:rPr lang="en-US" altLang="ko-KR" sz="1920" dirty="0"/>
              <a:t>, </a:t>
            </a:r>
            <a:r>
              <a:rPr lang="ko-KR" altLang="en-US" sz="1920" dirty="0"/>
              <a:t>화면 상단의 </a:t>
            </a:r>
            <a:r>
              <a:rPr lang="ko" sz="1920" dirty="0"/>
              <a:t>“Learn” </a:t>
            </a:r>
            <a:r>
              <a:rPr lang="ko-KR" altLang="en-US" sz="1920" dirty="0"/>
              <a:t>버튼 클릭</a:t>
            </a:r>
            <a:endParaRPr sz="1920" dirty="0"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4150" y="1302875"/>
            <a:ext cx="7009152" cy="3610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3323441" y="1550076"/>
            <a:ext cx="211500" cy="156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698" y="30111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20" dirty="0"/>
              <a:t>Step 2: </a:t>
            </a:r>
            <a:r>
              <a:rPr lang="en-US" altLang="ko" sz="1920" dirty="0"/>
              <a:t>Partner Learning Camp &gt; </a:t>
            </a:r>
            <a:r>
              <a:rPr lang="ko" sz="1920" dirty="0"/>
              <a:t>“Start Learning”</a:t>
            </a:r>
            <a:r>
              <a:rPr lang="en-US" altLang="ko" sz="1920" dirty="0"/>
              <a:t> </a:t>
            </a:r>
            <a:r>
              <a:rPr lang="ko-KR" altLang="en-US" sz="1920" dirty="0"/>
              <a:t>버튼 클릭</a:t>
            </a:r>
            <a:endParaRPr sz="1920" dirty="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75" y="1149400"/>
            <a:ext cx="795164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2515925" y="3420875"/>
            <a:ext cx="621300" cy="190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20" dirty="0"/>
              <a:t>Step 3: </a:t>
            </a:r>
            <a:r>
              <a:rPr lang="ko-KR" altLang="en-US" sz="1920" dirty="0"/>
              <a:t>로그인 </a:t>
            </a:r>
            <a:r>
              <a:rPr lang="en-US" altLang="ko-KR" sz="1920" dirty="0"/>
              <a:t>&gt; </a:t>
            </a:r>
            <a:r>
              <a:rPr lang="ko" sz="1920" dirty="0"/>
              <a:t>Continue with Salesforce</a:t>
            </a:r>
            <a:r>
              <a:rPr lang="en-US" altLang="ko" sz="1920" dirty="0"/>
              <a:t> </a:t>
            </a:r>
            <a:r>
              <a:rPr lang="ko-KR" altLang="en-US" sz="1920" dirty="0"/>
              <a:t>클릭해 </a:t>
            </a:r>
            <a:r>
              <a:rPr lang="ko-KR" altLang="en-US" sz="1920" dirty="0" err="1"/>
              <a:t>세일즈포스</a:t>
            </a:r>
            <a:r>
              <a:rPr lang="ko-KR" altLang="en-US" sz="1920" dirty="0"/>
              <a:t> 계정으로 이동</a:t>
            </a:r>
            <a:endParaRPr sz="1920" dirty="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8775"/>
            <a:ext cx="5415473" cy="30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0573" y="1587750"/>
            <a:ext cx="3271327" cy="299663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2549488" y="3157600"/>
            <a:ext cx="621300" cy="190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574575" y="2973650"/>
            <a:ext cx="1812000" cy="317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20" dirty="0"/>
              <a:t>Step 4</a:t>
            </a:r>
            <a:r>
              <a:rPr lang="en-US" altLang="ko" sz="1920" dirty="0"/>
              <a:t>: </a:t>
            </a:r>
            <a:r>
              <a:rPr lang="ko-KR" altLang="en-US" sz="1920" dirty="0"/>
              <a:t>본인 회사 계정으로 로그인</a:t>
            </a:r>
            <a:endParaRPr sz="1920" dirty="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9725" y="1170125"/>
            <a:ext cx="3853279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20" dirty="0"/>
              <a:t>Step 5: Partner Learning Camp</a:t>
            </a:r>
            <a:r>
              <a:rPr lang="en-US" altLang="ko" sz="1920" dirty="0"/>
              <a:t> &gt; </a:t>
            </a:r>
            <a:r>
              <a:rPr lang="ko-KR" altLang="en-US" sz="1920" dirty="0"/>
              <a:t>페이지 상단의 </a:t>
            </a:r>
            <a:r>
              <a:rPr lang="en-US" altLang="ko-KR" sz="1920" dirty="0"/>
              <a:t>“</a:t>
            </a:r>
            <a:r>
              <a:rPr lang="ko" sz="1920" dirty="0"/>
              <a:t>Demo Org</a:t>
            </a:r>
            <a:r>
              <a:rPr lang="en-US" altLang="ko" sz="1920" dirty="0"/>
              <a:t>“ </a:t>
            </a:r>
            <a:r>
              <a:rPr lang="ko-KR" altLang="en-US" sz="1920" dirty="0"/>
              <a:t>클릭</a:t>
            </a:r>
            <a:endParaRPr sz="1920" dirty="0"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925" y="1170125"/>
            <a:ext cx="802064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/>
          <p:nvPr/>
        </p:nvSpPr>
        <p:spPr>
          <a:xfrm>
            <a:off x="3114796" y="1283600"/>
            <a:ext cx="408600" cy="190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20" dirty="0"/>
              <a:t>Step 6: Demo Type (1) </a:t>
            </a:r>
            <a:r>
              <a:rPr lang="ko-KR" altLang="en-US" sz="1920" dirty="0"/>
              <a:t>을 눌러 사용 가능한 데모 </a:t>
            </a:r>
            <a:r>
              <a:rPr lang="ko-KR" altLang="en-US" sz="1920" dirty="0" err="1"/>
              <a:t>오그</a:t>
            </a:r>
            <a:r>
              <a:rPr lang="ko-KR" altLang="en-US" sz="1920" dirty="0"/>
              <a:t> 유형을 확인하고 좌측에서 유형별 </a:t>
            </a:r>
            <a:r>
              <a:rPr lang="ko-KR" altLang="en-US" sz="1920" dirty="0" err="1"/>
              <a:t>오그의</a:t>
            </a:r>
            <a:r>
              <a:rPr lang="ko-KR" altLang="en-US" sz="1920" dirty="0"/>
              <a:t> 특징과 주요 기능</a:t>
            </a:r>
            <a:r>
              <a:rPr lang="ko" altLang="en-US" sz="1920" dirty="0"/>
              <a:t> </a:t>
            </a:r>
            <a:r>
              <a:rPr lang="ko-KR" altLang="en-US" sz="1920" dirty="0"/>
              <a:t>확인</a:t>
            </a:r>
            <a:r>
              <a:rPr lang="en-US" altLang="ko-KR" sz="1920" dirty="0"/>
              <a:t>(2)</a:t>
            </a:r>
            <a:endParaRPr sz="1920" dirty="0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6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/>
          <p:nvPr/>
        </p:nvSpPr>
        <p:spPr>
          <a:xfrm>
            <a:off x="5012071" y="1268125"/>
            <a:ext cx="408600" cy="190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5490425" y="1330075"/>
            <a:ext cx="1935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rgbClr val="FF0000"/>
                </a:solidFill>
              </a:rPr>
              <a:t>1</a:t>
            </a:r>
            <a:endParaRPr sz="1700">
              <a:solidFill>
                <a:srgbClr val="FF0000"/>
              </a:solidFill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3569950" y="2824650"/>
            <a:ext cx="1935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rgbClr val="FF0000"/>
                </a:solidFill>
              </a:rPr>
              <a:t>2</a:t>
            </a:r>
            <a:endParaRPr sz="1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20" dirty="0"/>
              <a:t>Step 7:</a:t>
            </a:r>
            <a:r>
              <a:rPr lang="en-US" altLang="ko" sz="1920" dirty="0"/>
              <a:t> SDO </a:t>
            </a:r>
            <a:r>
              <a:rPr lang="ko-KR" altLang="en-US" sz="1920" dirty="0"/>
              <a:t>계정 선택 후</a:t>
            </a:r>
            <a:r>
              <a:rPr lang="ko" sz="1920" dirty="0"/>
              <a:t>, </a:t>
            </a:r>
            <a:r>
              <a:rPr lang="en-US" altLang="ko" sz="1920" dirty="0"/>
              <a:t>Username </a:t>
            </a:r>
            <a:r>
              <a:rPr lang="ko-KR" altLang="en-US" sz="1920" dirty="0"/>
              <a:t>입력</a:t>
            </a:r>
            <a:r>
              <a:rPr lang="ko" sz="1920" dirty="0"/>
              <a:t> (</a:t>
            </a:r>
            <a:r>
              <a:rPr lang="ko-KR" altLang="en-US" sz="1920" dirty="0"/>
              <a:t>이메일 형식으로 기존에 사용한 적 없는 주소로 설정</a:t>
            </a:r>
            <a:r>
              <a:rPr lang="en-US" altLang="ko-KR" sz="1920" dirty="0"/>
              <a:t>) </a:t>
            </a:r>
            <a:r>
              <a:rPr lang="ko-KR" altLang="en-US" sz="1920" dirty="0"/>
              <a:t>예시</a:t>
            </a:r>
            <a:r>
              <a:rPr lang="en-US" altLang="ko-KR" sz="1920" dirty="0"/>
              <a:t>: </a:t>
            </a:r>
            <a:r>
              <a:rPr lang="ko" sz="1920" dirty="0"/>
              <a:t>“</a:t>
            </a:r>
            <a:r>
              <a:rPr lang="ko" sz="1920" u="sng" dirty="0">
                <a:solidFill>
                  <a:schemeClr val="hlink"/>
                </a:solidFill>
                <a:hlinkClick r:id="rId3"/>
              </a:rPr>
              <a:t>orgName_createdDate@milvus.co.kr</a:t>
            </a:r>
            <a:r>
              <a:rPr lang="ko" sz="1920" dirty="0"/>
              <a:t> </a:t>
            </a:r>
            <a:endParaRPr sz="192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20" dirty="0"/>
              <a:t>“I have read…” and “Submit”</a:t>
            </a:r>
            <a:r>
              <a:rPr lang="en-US" altLang="ko" sz="1920" dirty="0"/>
              <a:t> </a:t>
            </a:r>
            <a:r>
              <a:rPr lang="ko-KR" altLang="en-US" sz="1920" dirty="0"/>
              <a:t>박스 활성화 후 </a:t>
            </a:r>
            <a:r>
              <a:rPr lang="en-US" altLang="ko-KR" sz="1920" dirty="0"/>
              <a:t>Submit</a:t>
            </a:r>
            <a:r>
              <a:rPr lang="ko-KR" altLang="en-US" sz="1920" dirty="0"/>
              <a:t> 클릭</a:t>
            </a:r>
            <a:endParaRPr sz="1920" dirty="0"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14225"/>
            <a:ext cx="8839197" cy="305327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/>
          <p:nvPr/>
        </p:nvSpPr>
        <p:spPr>
          <a:xfrm>
            <a:off x="5019829" y="3653250"/>
            <a:ext cx="834600" cy="190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311700" y="1250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920" dirty="0"/>
              <a:t>Step 8:</a:t>
            </a:r>
            <a:r>
              <a:rPr lang="en-US" altLang="ko" sz="1920" dirty="0"/>
              <a:t> 1</a:t>
            </a:r>
            <a:r>
              <a:rPr lang="ko-KR" altLang="en-US" sz="1920" dirty="0"/>
              <a:t>시간 이내로</a:t>
            </a:r>
            <a:r>
              <a:rPr lang="ko" sz="1920" dirty="0"/>
              <a:t> </a:t>
            </a:r>
            <a:r>
              <a:rPr lang="ko-KR" altLang="en-US" sz="1920" dirty="0"/>
              <a:t>계정 생성 안내 이메일이 도착하면 링크를 눌러 새 비밀번호를 설정 후 계정 접속</a:t>
            </a:r>
            <a:endParaRPr sz="1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162</Words>
  <Application>Microsoft Office PowerPoint</Application>
  <PresentationFormat>화면 슬라이드 쇼(16:9)</PresentationFormat>
  <Paragraphs>12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세일즈포스 SDO 계정 생성 가이드</vt:lpstr>
      <vt:lpstr>Step 1: 세일즈포스 Partner Community 사이트에 접속한 뒤, 화면 상단의 “Learn” 버튼 클릭</vt:lpstr>
      <vt:lpstr>Step 2: Partner Learning Camp &gt; “Start Learning” 버튼 클릭</vt:lpstr>
      <vt:lpstr>Step 3: 로그인 &gt; Continue with Salesforce 클릭해 세일즈포스 계정으로 이동</vt:lpstr>
      <vt:lpstr>Step 4: 본인 회사 계정으로 로그인</vt:lpstr>
      <vt:lpstr>Step 5: Partner Learning Camp &gt; 페이지 상단의 “Demo Org“ 클릭</vt:lpstr>
      <vt:lpstr>Step 6: Demo Type (1) 을 눌러 사용 가능한 데모 오그 유형을 확인하고 좌측에서 유형별 오그의 특징과 주요 기능 확인(2)</vt:lpstr>
      <vt:lpstr>Step 7: SDO 계정 선택 후, Username 입력 (이메일 형식으로 기존에 사용한 적 없는 주소로 설정) 예시: “orgName_createdDate@milvus.co.kr  “I have read…” and “Submit” 박스 활성화 후 Submit 클릭</vt:lpstr>
      <vt:lpstr>Step 8: 1시간 이내로 계정 생성 안내 이메일이 도착하면 링크를 눌러 새 비밀번호를 설정 후 계정 접속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MILVUS_SF1</dc:creator>
  <cp:lastModifiedBy>Tableau Team6</cp:lastModifiedBy>
  <cp:revision>3</cp:revision>
  <dcterms:modified xsi:type="dcterms:W3CDTF">2026-03-04T00:43:12Z</dcterms:modified>
</cp:coreProperties>
</file>